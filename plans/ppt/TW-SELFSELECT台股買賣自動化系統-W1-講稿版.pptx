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>
            <a:r>
              <a:t>---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>
            <a:r>
              <a:t>---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台股買賣自動化系統，是我開源放在 GitHub 上的專案——意思是所有原始碼都公開，你隨時可以上網看、可以學、可以改。</a:t>
            </a:r>
          </a:p>
          <a:p>
            <a:r>
              <a:t>---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>
            <a:r>
              <a:t>---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>
            <a:r>
              <a:t>---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第一，所有策略源碼公開——只有主程式在 GitHub 上是加密檔。購買教程之後，會提供 WSL 壓縮檔；執行源碼的部分，可以等你先用加密檔測試、覺得 OK 之後再購買。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最後要提醒大家：雖然我們有提供主程式源碼，但我建議大家使用我們長期測試過的版本就好，你要做的就是修改內建策略參數，或是加上你自己的策略。</a:t>
            </a:r>
          </a:p>
          <a:p>
            <a:r>
              <a:t>---</a:t>
            </a:r>
          </a:p>
          <a:p/>
          <a:p>
            <a:r>
              <a:t>【講師提示】講到「長期測試過」時可以稍微強調，這是降低學員踩雷風險的關鍵提醒。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這是本專案的儀表板示範頁：https://dinchentech.github.io/tw-selfselect/ ，頁面資料是**範例**、不是真實績效。</a:t>
            </a:r>
          </a:p>
          <a:p>
            <a:r>
              <a:t>實機運作時，VM 每天 13:45 會產生 logs/dashboard.html（只留在 VM，不進版控）；這個 Pages 頁面是給學員「看長什麼樣子」用的預覽。</a:t>
            </a:r>
          </a:p>
          <a:p/>
          <a:p>
            <a:r>
              <a:t>【講師提示】示範頁有註明範例資料；強調真實數據在 VM 的 logs/，不要把示範頁數字當績效。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>
            <a:r>
              <a:t>---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>
            <a:r>
              <a:t>---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>
            <a:r>
              <a:t>---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>
            <a:r>
              <a:t>---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>
            <a:r>
              <a:t>---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>
            <a:r>
              <a:t>---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>
            <a:r>
              <a:t>---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>
            <a:r>
              <a:t>---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>
            <a:r>
              <a:t>---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開源tw-selfselect台股買賣自動化系統作者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所有源碼公開</a:t>
            </a:r>
            <a:r>
              <a:rPr lang="en-US" altLang="zh-TW" dirty="0"/>
              <a:t>,</a:t>
            </a:r>
            <a:r>
              <a:rPr lang="zh-TW" altLang="en-US" dirty="0"/>
              <a:t> 只有主程式於</a:t>
            </a:r>
            <a:r>
              <a:rPr lang="en-US" altLang="zh-TW" dirty="0"/>
              <a:t>git</a:t>
            </a:r>
            <a:r>
              <a:rPr lang="zh-TW" altLang="en-US" dirty="0"/>
              <a:t>上給加密檔</a:t>
            </a:r>
            <a:r>
              <a:rPr lang="en-US" altLang="zh-TW" dirty="0"/>
              <a:t>,</a:t>
            </a:r>
            <a:r>
              <a:rPr lang="zh-TW" altLang="en-US" dirty="0"/>
              <a:t> 買教程會提供</a:t>
            </a:r>
            <a:r>
              <a:rPr lang="en-US" altLang="zh-TW" dirty="0"/>
              <a:t>WSL</a:t>
            </a:r>
            <a:r>
              <a:rPr lang="zh-TW" altLang="en-US" dirty="0"/>
              <a:t>壓縮檔及源碼</a:t>
            </a:r>
            <a:r>
              <a:rPr lang="en-US" altLang="zh-TW" dirty="0"/>
              <a:t>.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設定好策略後</a:t>
            </a:r>
            <a:r>
              <a:rPr lang="en-US" altLang="zh-TW" dirty="0"/>
              <a:t>,</a:t>
            </a:r>
            <a:r>
              <a:rPr lang="zh-TW" altLang="en-US" dirty="0"/>
              <a:t>自動買賣</a:t>
            </a:r>
            <a:r>
              <a:rPr lang="en-US" altLang="zh-TW" dirty="0"/>
              <a:t>,</a:t>
            </a:r>
            <a:r>
              <a:rPr lang="zh-TW" altLang="en-US" dirty="0"/>
              <a:t>不用整天盯盤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利用免費的</a:t>
            </a:r>
            <a:r>
              <a:rPr lang="en-US" altLang="zh-TW" dirty="0"/>
              <a:t>TWSE</a:t>
            </a:r>
            <a:r>
              <a:rPr lang="zh-TW" altLang="en-US" dirty="0"/>
              <a:t>及</a:t>
            </a:r>
            <a:r>
              <a:rPr lang="en-US" altLang="zh-TW" dirty="0" err="1"/>
              <a:t>Finmind</a:t>
            </a:r>
            <a:r>
              <a:rPr lang="zh-TW" altLang="en-US" dirty="0"/>
              <a:t>額度即可回測</a:t>
            </a:r>
            <a:r>
              <a:rPr lang="en-US" altLang="zh-TW" dirty="0"/>
              <a:t>,</a:t>
            </a:r>
            <a:r>
              <a:rPr lang="zh-TW" altLang="en-US" dirty="0"/>
              <a:t>不用再花錢買資料庫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t>五大策略(布林通道/MA Cross/VWAP反轉/唐奇安通道/低接高賣)已含括大部分盤勢, 並預留4個預備策略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雖然</a:t>
            </a:r>
            <a:r>
              <a:rPr lang="en-US" altLang="zh-TW" dirty="0"/>
              <a:t>,</a:t>
            </a:r>
            <a:r>
              <a:rPr lang="zh-TW" altLang="en-US" dirty="0"/>
              <a:t>我們有給主程式源碼</a:t>
            </a:r>
            <a:r>
              <a:rPr lang="en-US" altLang="zh-TW" dirty="0"/>
              <a:t>,</a:t>
            </a:r>
            <a:r>
              <a:rPr lang="zh-TW" altLang="en-US" dirty="0"/>
              <a:t>但建議使用者使用我們長期測試過的版本</a:t>
            </a:r>
            <a:r>
              <a:rPr lang="en-US" altLang="zh-TW" dirty="0"/>
              <a:t>,</a:t>
            </a:r>
            <a:r>
              <a:rPr lang="zh-TW" altLang="en-US" dirty="0"/>
              <a:t>只要修改內建策略參數或加上你自己的策略即可</a:t>
            </a:r>
            <a:r>
              <a:rPr lang="en-US" altLang="zh-TW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sp>
        <p:nvSpPr>
          <p:cNvPr id="19" name="TextBox 18"/>
          <p:cNvSpPr txBox="1"/>
          <p:nvPr/>
        </p:nvSpPr>
        <p:spPr>
          <a:xfrm>
            <a:off x="4778374" y="1219200"/>
            <a:ext cx="6953250" cy="495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13A6B"/>
                </a:solidFill>
              </a:rPr>
              <a:t>線上儀表板（示範資料）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5599"/>
                </a:solidFill>
              </a:rPr>
              <a:t>https://dinchentech.github.io/tw-selfselect/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22222"/>
                </a:solidFill>
              </a:rPr>
              <a:t>內容：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KPI 卡片：已實現／未實現損益、交易筆數、報酬率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持倉一覽：代號、股數、成本、現價、市值、損益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資金曲線（Chart.js 互動圖）與交易明細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• 實機版：VM 每日 13:45 產生 logs/dashboard.html（不進版控）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（此頁為範例資料，非真實交易績效）</a:t>
            </a:r>
          </a:p>
        </p:txBody>
      </p:sp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