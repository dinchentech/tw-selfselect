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tw-autotrader 台股買賣自動化系統，是我開源放在 GitHub 上的專案——意思是所有原始碼都公開，你隨時可以上網看、可以學、可以改。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第一，所有策略源碼公開——只有主程式在 GitHub 上是加密檔。購買教程之後，會提供 WSL 壓縮檔；執行源碼的部分，可以等你先用加密檔測試、覺得 OK 之後再購買。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最後要提醒大家：雖然我們有提供主程式源碼，但我建議大家使用我們長期測試過的版本就好，你要做的就是修改內建策略參數，或是加上你自己的策略。</a:t>
            </a:r>
          </a:p>
          <a:p>
            <a:r>
              <a:t>---</a:t>
            </a:r>
          </a:p>
          <a:p/>
          <a:p>
            <a:r>
              <a:t>【講師提示】講到「長期測試過」時可以稍微強調，這是降低學員踩雷風險的關鍵提醒。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光說不練沒意思，我們直接看實際運行的畫面。</a:t>
            </a:r>
          </a:p>
          <a:p>
            <a:r>
              <a:t>這是系統的實際運行展示頁面，網址在這裡——dinchentech.github.io/tw-autotrader。</a:t>
            </a:r>
          </a:p>
          <a:p>
            <a:r>
              <a:t>大家可以看看它跑起來的樣子：策略怎麼觸發、買賣訊號怎麼產生、Telegram 通知長什麼樣。</a:t>
            </a:r>
          </a:p>
          <a:p>
            <a:r>
              <a:t>---</a:t>
            </a:r>
          </a:p>
          <a:p/>
          <a:p>
            <a:r>
              <a:t>【講師提示】建議現場直接開網頁示範，點擊頁面讓大家感受真實操作介面。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tw-autotrader，規格是：位置在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tw-autotrader；區域選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tw-autotrader 的 IP，類型顯示「外網／暫時」。點右側的三個點，選「保留靜態外部 IP 位址」，取個名字，比如 tw-autotrader-static-ip，然後點「保留」。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謝宜軒</a:t>
            </a:r>
            <a:r>
              <a:rPr lang="en-US" altLang="zh-TW" dirty="0"/>
              <a:t>,</a:t>
            </a:r>
            <a:r>
              <a:rPr lang="zh-TW" altLang="en-US" dirty="0"/>
              <a:t>交通大學資訊工程碩士</a:t>
            </a:r>
            <a:br>
              <a:rPr lang="en-US" dirty="0"/>
            </a:br>
            <a:r>
              <a:rPr lang="zh-TW" altLang="en-US" dirty="0"/>
              <a:t>三十年資訊軟硬件設計經歷</a:t>
            </a:r>
            <a:br>
              <a:rPr lang="en-US" altLang="zh-TW" dirty="0"/>
            </a:br>
            <a:r>
              <a:rPr lang="en-US" altLang="zh-TW" dirty="0">
                <a:hlinkClick r:id="rId2"/>
              </a:rPr>
              <a:t>https://github.com/dinchentech/tw-autotrader</a:t>
            </a:r>
            <a:br>
              <a:rPr lang="en-US" altLang="zh-TW" dirty="0"/>
            </a:br>
            <a:r>
              <a:rPr lang="zh-TW" altLang="en-US" dirty="0"/>
              <a:t>開源</a:t>
            </a:r>
            <a:r>
              <a:rPr lang="en-US" altLang="zh-TW" dirty="0" err="1"/>
              <a:t>tw-autotrader</a:t>
            </a:r>
            <a:r>
              <a:rPr lang="zh-TW" altLang="en-US" dirty="0"/>
              <a:t>台股買賣自動化系統作者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所有源碼公開</a:t>
            </a:r>
            <a:r>
              <a:rPr lang="en-US" altLang="zh-TW" dirty="0"/>
              <a:t>,</a:t>
            </a:r>
            <a:r>
              <a:rPr lang="zh-TW" altLang="en-US" dirty="0"/>
              <a:t> 只有主程式於</a:t>
            </a:r>
            <a:r>
              <a:rPr lang="en-US" altLang="zh-TW" dirty="0"/>
              <a:t>git</a:t>
            </a:r>
            <a:r>
              <a:rPr lang="zh-TW" altLang="en-US" dirty="0"/>
              <a:t>上給加密檔</a:t>
            </a:r>
            <a:r>
              <a:rPr lang="en-US" altLang="zh-TW" dirty="0"/>
              <a:t>,</a:t>
            </a:r>
            <a:r>
              <a:rPr lang="zh-TW" altLang="en-US" dirty="0"/>
              <a:t> 買教程會提供</a:t>
            </a:r>
            <a:r>
              <a:rPr lang="en-US" altLang="zh-TW" dirty="0"/>
              <a:t>WSL</a:t>
            </a:r>
            <a:r>
              <a:rPr lang="zh-TW" altLang="en-US" dirty="0"/>
              <a:t>壓縮檔及源碼</a:t>
            </a:r>
            <a:r>
              <a:rPr lang="en-US" altLang="zh-TW" dirty="0"/>
              <a:t>.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設定好策略後</a:t>
            </a:r>
            <a:r>
              <a:rPr lang="en-US" altLang="zh-TW" dirty="0"/>
              <a:t>,</a:t>
            </a:r>
            <a:r>
              <a:rPr lang="zh-TW" altLang="en-US" dirty="0"/>
              <a:t>自動買賣</a:t>
            </a:r>
            <a:r>
              <a:rPr lang="en-US" altLang="zh-TW" dirty="0"/>
              <a:t>,</a:t>
            </a:r>
            <a:r>
              <a:rPr lang="zh-TW" altLang="en-US" dirty="0"/>
              <a:t>不用整天盯盤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利用免費的</a:t>
            </a:r>
            <a:r>
              <a:rPr lang="en-US" altLang="zh-TW" dirty="0"/>
              <a:t>TWSE</a:t>
            </a:r>
            <a:r>
              <a:rPr lang="zh-TW" altLang="en-US" dirty="0"/>
              <a:t>及</a:t>
            </a:r>
            <a:r>
              <a:rPr lang="en-US" altLang="zh-TW" dirty="0" err="1"/>
              <a:t>Finmind</a:t>
            </a:r>
            <a:r>
              <a:rPr lang="zh-TW" altLang="en-US" dirty="0"/>
              <a:t>額度即可回測</a:t>
            </a:r>
            <a:r>
              <a:rPr lang="en-US" altLang="zh-TW" dirty="0"/>
              <a:t>,</a:t>
            </a:r>
            <a:r>
              <a:rPr lang="zh-TW" altLang="en-US" dirty="0"/>
              <a:t>不用再花錢買資料庫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t>五大策略(布林通道/MA Cross/VWAP反轉/唐奇安通道/低接高賣)已含括大部分盤勢, 並預留4個預備策略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雖然</a:t>
            </a:r>
            <a:r>
              <a:rPr lang="en-US" altLang="zh-TW" dirty="0"/>
              <a:t>,</a:t>
            </a:r>
            <a:r>
              <a:rPr lang="zh-TW" altLang="en-US" dirty="0"/>
              <a:t>我們有給主程式源碼</a:t>
            </a:r>
            <a:r>
              <a:rPr lang="en-US" altLang="zh-TW" dirty="0"/>
              <a:t>,</a:t>
            </a:r>
            <a:r>
              <a:rPr lang="zh-TW" altLang="en-US" dirty="0"/>
              <a:t>但建議使用者使用我們長期測試過的版本</a:t>
            </a:r>
            <a:r>
              <a:rPr lang="en-US" altLang="zh-TW" dirty="0"/>
              <a:t>,</a:t>
            </a:r>
            <a:r>
              <a:rPr lang="zh-TW" altLang="en-US" dirty="0"/>
              <a:t>只要修改內建策略參數或加上你自己的策略即可</a:t>
            </a:r>
            <a:r>
              <a:rPr lang="en-US" altLang="zh-TW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3" name="內容版面配置區 3">
            <a:extLst>
              <a:ext uri="{FF2B5EF4-FFF2-40B4-BE49-F238E27FC236}">
                <a16:creationId xmlns:a16="http://schemas.microsoft.com/office/drawing/2014/main" id="{AA7CC225-0541-6C1B-44A6-A09C6AF90C80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4799012" y="457200"/>
            <a:ext cx="6324600" cy="838200"/>
          </a:xfrm>
        </p:spPr>
        <p:txBody>
          <a:bodyPr>
            <a:normAutofit fontScale="55000" lnSpcReduction="20000"/>
          </a:bodyPr>
          <a:lstStyle/>
          <a:p>
            <a:pPr indent="0">
              <a:buNone/>
            </a:pPr>
            <a:r>
              <a:rPr lang="en-US" sz="3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rPr>
              <a:t>https://dinchentech.github.io/tw-autotrader/</a:t>
            </a:r>
            <a:br>
              <a: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rPr>
            </a:br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1376C30-1F24-DEC8-AF76-298A03D8FA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1789"/>
          <a:stretch>
            <a:fillRect/>
          </a:stretch>
        </p:blipFill>
        <p:spPr>
          <a:xfrm>
            <a:off x="4778374" y="1219200"/>
            <a:ext cx="6953250" cy="4953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-1</a:t>
            </a:r>
            <a:br>
              <a:rPr lang="en-US" altLang="zh-TW" dirty="0"/>
            </a:b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名稱為 tw-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A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utotrader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(</a:t>
            </a: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使用者自定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)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 的 </a:t>
            </a:r>
            <a:r>
              <a:rPr kumimoji="0" lang="zh-TW" altLang="zh-TW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VM 虛擬機器（Virtual Machine）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。 </a:t>
            </a:r>
            <a:b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這台機器的規格和特點如下：</a:t>
            </a:r>
            <a:b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r>
              <a:rPr kumimoji="0" lang="zh-TW" altLang="zh-TW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位置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：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entury Gothic"/>
              </a:rPr>
              <a:t>asia-east1-b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（位於</a:t>
            </a:r>
            <a:r>
              <a:rPr kumimoji="0" lang="zh-TW" altLang="zh-TW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台灣彰濱工業區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的機房，對台灣使用者而言連線速度最快）。</a:t>
            </a:r>
            <a:b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r>
              <a:rPr kumimoji="0" lang="zh-TW" altLang="zh-TW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機型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：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entury Gothic"/>
              </a:rPr>
              <a:t>e2-micro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（配備 1 核心 vCPU、1 GB 記憶體），這是 Google 提供給新用戶或特定區域的輕量級機型。</a:t>
            </a:r>
            <a:b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r>
              <a:rPr kumimoji="0" lang="zh-TW" altLang="zh-TW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作業系統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：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highlight>
                  <a:srgbClr val="FFFF00"/>
                </a:highlight>
                <a:uLnTx/>
                <a:uFillTx/>
                <a:latin typeface="Century Gothic"/>
              </a:rPr>
              <a:t>ubuntu-2204</a:t>
            </a:r>
            <a:r>
              <a:rPr kumimoji="0" lang="zh-TW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  <a:t>-jammy。 </a:t>
            </a: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sz="2400" b="1" dirty="0"/>
              <a:t>名稱</a:t>
            </a:r>
            <a:r>
              <a:rPr lang="zh-TW" altLang="zh-TW" sz="2400" dirty="0"/>
              <a:t>：輸入 </a:t>
            </a:r>
            <a:r>
              <a:rPr lang="zh-TW" altLang="zh-TW" dirty="0"/>
              <a:t>tw-autotrader</a:t>
            </a:r>
            <a:r>
              <a:rPr lang="zh-TW" altLang="zh-TW" sz="2400" dirty="0"/>
              <a:t>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rPr lang="zh-TW" altLang="zh-TW" dirty="0"/>
              <a:t>在列表中，您會看到一筆目前分配給 </a:t>
            </a:r>
            <a:r>
              <a:rPr lang="zh-TW" altLang="zh-TW" sz="1400" dirty="0"/>
              <a:t>tw-autotrader</a:t>
            </a:r>
            <a:r>
              <a:rPr lang="zh-TW" altLang="zh-TW" dirty="0"/>
              <a:t> 的 IP 紀錄，其「類型」此時顯示為 </a:t>
            </a:r>
            <a:r>
              <a:rPr lang="zh-TW" altLang="zh-TW" b="1" dirty="0"/>
              <a:t>外網/暫時</a:t>
            </a:r>
            <a:r>
              <a:rPr lang="zh-TW" altLang="zh-TW" dirty="0"/>
              <a:t>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rPr lang="zh-TW" altLang="zh-TW" dirty="0"/>
              <a:t>在彈出的視窗中，為這個靜態 IP 取一個名字（例如：</a:t>
            </a:r>
            <a:r>
              <a:rPr lang="zh-TW" altLang="zh-TW" sz="1400" dirty="0"/>
              <a:t>tw-autotrader-static-ip</a:t>
            </a:r>
            <a:r>
              <a:rPr lang="zh-TW" altLang="zh-TW" dirty="0"/>
              <a:t>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