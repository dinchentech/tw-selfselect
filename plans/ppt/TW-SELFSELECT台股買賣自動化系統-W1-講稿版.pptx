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>
            <a:r>
              <a:t>---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>
            <a:r>
              <a:t>---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台股買賣自動化系統，是我開源放在 GitHub 上的專案——意思是所有原始碼都公開，你隨時可以上網看、可以學、可以改。</a:t>
            </a:r>
          </a:p>
          <a:p>
            <a:r>
              <a:t>---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>
            <a:r>
              <a:t>---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系統內建六組策略，另外預留四組讓你自己定義。回測資料方面，可以調用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>
            <a:r>
              <a:t>---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第一，所有策略源碼公開——只有主程式在 GitHub 上是加密檔。購買教程之後，會提供 WSL 壓縮檔；執行源碼的部分，可以等你先用加密檔測試、覺得 OK 之後再購買。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最後要提醒大家：雖然我們有提供主程式源碼，但我建議大家使用我們長期測試過的版本就好，你要做的就是修改內建策略參數，或是加上你自己的策略。</a:t>
            </a:r>
          </a:p>
          <a:p>
            <a:r>
              <a:t>---</a:t>
            </a:r>
          </a:p>
          <a:p/>
          <a:p>
            <a:r>
              <a:t>【講師提示】講到「長期測試過」時可以稍微強調，這是降低學員踩雷風險的關鍵提醒。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光說不練沒意思，我們直接看實際運行的畫面。</a:t>
            </a:r>
          </a:p>
          <a:p>
            <a:r>
              <a:t>這是系統的實際運行展示頁面，網址在這裡——這是母專案（tw-autotrader）的示範儀表板：dinchentech.github.io/tw-autotrader。</a:t>
            </a:r>
          </a:p>
          <a:p>
            <a:r>
              <a:t>大家可以看看它跑起來的樣子：策略怎麼觸發、買賣訊號怎麼產生、Telegram 通知長什麼樣。</a:t>
            </a:r>
          </a:p>
          <a:p>
            <a:r>
              <a:t>---</a:t>
            </a:r>
          </a:p>
          <a:p/>
          <a:p>
            <a:r>
              <a:t>【講師提示】建議現場直接開網頁示範，點擊頁面讓大家感受真實操作介面。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>
            <a:r>
              <a:t>---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>
            <a:r>
              <a:t>---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>
            <a:r>
              <a:t>---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>
            <a:r>
              <a:t>---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>
            <a:r>
              <a:t>---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>
            <a:r>
              <a:t>---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>
            <a:r>
              <a:t>---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>
            <a:r>
              <a:t>---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>
            <a:r>
              <a:t>---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t>謝宜軒,交通大學資訊工程碩士</a:t>
            </a:r>
            <a:br/>
            <a:r>
              <a:t>三十年資訊軟硬件設計經歷</a:t>
            </a:r>
            <a:br/>
            <a:r>
              <a:t>https://github.com/dinchentech/tw-selfselect</a:t>
            </a:r>
            <a:br/>
            <a:r>
              <a:t>開源tw-selfselect台股買賣自動化系統作者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6</a:t>
            </a:r>
            <a:r>
              <a:rPr lang="zh-TW" altLang="en-US" dirty="0"/>
              <a:t>組策略預留四組使用者定義策略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所有源碼公開</a:t>
            </a:r>
            <a:r>
              <a:rPr lang="en-US" altLang="zh-TW" dirty="0"/>
              <a:t>,</a:t>
            </a:r>
            <a:r>
              <a:rPr lang="zh-TW" altLang="en-US" dirty="0"/>
              <a:t> 只有主程式於</a:t>
            </a:r>
            <a:r>
              <a:rPr lang="en-US" altLang="zh-TW" dirty="0"/>
              <a:t>git</a:t>
            </a:r>
            <a:r>
              <a:rPr lang="zh-TW" altLang="en-US" dirty="0"/>
              <a:t>上給加密檔</a:t>
            </a:r>
            <a:r>
              <a:rPr lang="en-US" altLang="zh-TW" dirty="0"/>
              <a:t>,</a:t>
            </a:r>
            <a:r>
              <a:rPr lang="zh-TW" altLang="en-US" dirty="0"/>
              <a:t> 買教程會提供</a:t>
            </a:r>
            <a:r>
              <a:rPr lang="en-US" altLang="zh-TW" dirty="0"/>
              <a:t>WSL</a:t>
            </a:r>
            <a:r>
              <a:rPr lang="zh-TW" altLang="en-US" dirty="0"/>
              <a:t>壓縮檔及源碼</a:t>
            </a:r>
            <a:r>
              <a:rPr lang="en-US" altLang="zh-TW" dirty="0"/>
              <a:t>.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設定好策略後</a:t>
            </a:r>
            <a:r>
              <a:rPr lang="en-US" altLang="zh-TW" dirty="0"/>
              <a:t>,</a:t>
            </a:r>
            <a:r>
              <a:rPr lang="zh-TW" altLang="en-US" dirty="0"/>
              <a:t>自動買賣</a:t>
            </a:r>
            <a:r>
              <a:rPr lang="en-US" altLang="zh-TW" dirty="0"/>
              <a:t>,</a:t>
            </a:r>
            <a:r>
              <a:rPr lang="zh-TW" altLang="en-US" dirty="0"/>
              <a:t>不用整天盯盤</a:t>
            </a:r>
            <a:endParaRPr lang="en-US" altLang="zh-TW" dirty="0"/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利用免費的</a:t>
            </a:r>
            <a:r>
              <a:rPr lang="en-US" altLang="zh-TW" dirty="0"/>
              <a:t>TWSE</a:t>
            </a:r>
            <a:r>
              <a:rPr lang="zh-TW" altLang="en-US" dirty="0"/>
              <a:t>及</a:t>
            </a:r>
            <a:r>
              <a:rPr lang="en-US" altLang="zh-TW" dirty="0" err="1"/>
              <a:t>Finmind</a:t>
            </a:r>
            <a:r>
              <a:rPr lang="zh-TW" altLang="en-US" dirty="0"/>
              <a:t>額度即可回測</a:t>
            </a:r>
            <a:r>
              <a:rPr lang="en-US" altLang="zh-TW" dirty="0"/>
              <a:t>,</a:t>
            </a:r>
            <a:r>
              <a:rPr lang="zh-TW" altLang="en-US" dirty="0"/>
              <a:t>不用再花錢買資料庫</a:t>
            </a:r>
            <a:endParaRPr lang="en-US" altLang="zh-TW" dirty="0"/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t>五大策略(布林通道/MA Cross/VWAP反轉/唐奇安通道/低接高賣)已含括大部分盤勢, 並預留4個預備策略</a:t>
            </a:r>
            <a:endParaRPr lang="en-US" altLang="zh-TW" dirty="0"/>
          </a:p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雖然</a:t>
            </a:r>
            <a:r>
              <a:rPr lang="en-US" altLang="zh-TW" dirty="0"/>
              <a:t>,</a:t>
            </a:r>
            <a:r>
              <a:rPr lang="zh-TW" altLang="en-US" dirty="0"/>
              <a:t>我們有給主程式源碼</a:t>
            </a:r>
            <a:r>
              <a:rPr lang="en-US" altLang="zh-TW" dirty="0"/>
              <a:t>,</a:t>
            </a:r>
            <a:r>
              <a:rPr lang="zh-TW" altLang="en-US" dirty="0"/>
              <a:t>但建議使用者使用我們長期測試過的版本</a:t>
            </a:r>
            <a:r>
              <a:rPr lang="en-US" altLang="zh-TW" dirty="0"/>
              <a:t>,</a:t>
            </a:r>
            <a:r>
              <a:rPr lang="zh-TW" altLang="en-US" dirty="0"/>
              <a:t>只要修改內建策略參數或加上你自己的策略即可</a:t>
            </a:r>
            <a:r>
              <a:rPr lang="en-US" altLang="zh-TW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sp>
        <p:nvSpPr>
          <p:cNvPr id="13" name="內容版面配置區 3">
            <a:extLst>
              <a:ext uri="{FF2B5EF4-FFF2-40B4-BE49-F238E27FC236}">
                <a16:creationId xmlns:a16="http://schemas.microsoft.com/office/drawing/2014/main" id="{AA7CC225-0541-6C1B-44A6-A09C6AF90C80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4799012" y="457200"/>
            <a:ext cx="6324600" cy="838200"/>
          </a:xfrm>
        </p:spPr>
        <p:txBody>
          <a:bodyPr>
            <a:normAutofit fontScale="55000" lnSpcReduction="20000"/>
          </a:bodyPr>
          <a:lstStyle/>
          <a:p>
            <a:pPr indent="0">
              <a:buNone/>
            </a:pPr>
            <a:r>
              <a:t>（母專案示範儀表板）https://dinchentech.github.io/tw-autotrader/</a:t>
            </a:r>
            <a:br/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1376C30-1F24-DEC8-AF76-298A03D8FA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1789"/>
          <a:stretch>
            <a:fillRect/>
          </a:stretch>
        </p:blipFill>
        <p:spPr>
          <a:xfrm>
            <a:off x="4778374" y="1219200"/>
            <a:ext cx="6953250" cy="4953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t>怎樣申請Gcloud雲端主機-1</a:t>
            </a:r>
            <a:br/>
            <a:r>
              <a:t>名稱為 tw-selfselect（可自取）的 VM 虛擬機器（Virtual Machine）。 </a:t>
            </a:r>
            <a:br/>
            <a:r>
              <a:t>這台機器的規格和特點如下：</a:t>
            </a:r>
            <a:br/>
            <a:r>
              <a:t>位置：asia-east1-b（位於台灣彰濱工業區的機房，對台灣使用者而言連線速度最快）。</a:t>
            </a:r>
            <a:br/>
            <a:r>
              <a:t>機型：e2-micro（配備 1 核心 vCPU、1 GB 記憶體），這是 Google 提供給新用戶或特定區域的輕量級機型。</a:t>
            </a:r>
            <a:br/>
            <a:r>
              <a:t>作業系統：ubuntu-2204-jammy。 </a:t>
            </a:r>
            <a:br/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t>名稱：輸入 tw-selfselect（可自取，需與 .env 的 SYNC_VM_NAME 一致）。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t>在列表中，您會看到一筆目前分配給 tw-selfselect 的 IP 紀錄，其「類型」此時顯示為 外網/暫時（Ephemeral）。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t>在彈出的視窗中，為這個靜態 IP 取一個名字（例如：tw-selfselect-static-ip）。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