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系統內建五組策略，另外預留四組讓你自己定義。回測資料方面，可以調用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左邊是 VM 的**實機**儀表板截圖（2026-10-26 收盤後產生），右邊連結 https://dinchentech.github.io/tw-selfselect/ 是 Pages 上的**示範頁**、資料是範例。</a:t>
            </a:r>
          </a:p>
          <a:p>
            <a:r>
              <a:t>看圖時帶學員注意三點：① KPI 卡片（已實現／未實現損益、報酬率）；② 持倉一覽多一欄「策略」——1301 顯示 auto→bollinger 表示是系統當月選股買的，keep_wait 的部位會直接標 keep_wait，沒有 PC_ 條目的就顯示「-」；③ 下面是資金曲線（Chart.js）。</a:t>
            </a:r>
          </a:p>
          <a:p/>
          <a:p>
            <a:r>
              <a:t>【講師提示】實機每天 13:45 產生 logs/dashboard.html（只留 VM、不進版控）；示範頁只是給學員「看長什麼樣子」，別把示範頁數字當績效。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5</a:t>
            </a:r>
            <a:r>
              <a:rPr lang="zh-TW" altLang="en-US" dirty="0"/>
              <a:t>組策略，另預留4組自訂範本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pic>
        <p:nvPicPr>
          <p:cNvPr id="19" name="Picture 18" descr="dashboard_real_20261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298448"/>
            <a:ext cx="6309360" cy="4829947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6903720" y="1298448"/>
            <a:ext cx="50292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444752"/>
            <a:ext cx="4572000" cy="5029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Yu Gothic UI"/>
              </a:rPr>
              <a:t>線上儀表板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2B2B2B"/>
                </a:solidFill>
                <a:latin typeface="Yu Gothic UI"/>
              </a:rPr>
              <a:t>實機畫面（VM，2026-10-26）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B2B2B"/>
                </a:solidFill>
                <a:latin typeface="Yu Gothic UI"/>
              </a:rPr>
              <a:t>https://dinchentech.github.io/tw-selfselect/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Yu Gothic UI"/>
              </a:rPr>
              <a:t>內容：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KPI 卡片：已實現／未實現損益、報酬率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持倉一覽：代號、股數、成本、現價、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　市值、損益，多一欄「策略」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資金曲線（Chart.js）與交易明細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VM 每日 13:45 產生 logs/dashboard.html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Yu Gothic UI"/>
              </a:rPr>
              <a:t>（線上示範頁為範例資料；左圖為 VM 實機畫面）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