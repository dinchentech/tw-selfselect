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github.com/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Relationship Id="rId9" Type="http://schemas.openxmlformats.org/officeDocument/2006/relationships/hyperlink" Target="https://github.com/dinchentech/tw-selfselect/blob/main/WSL%E6%81%A2%E5%BE%A9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恢復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.md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簡易說明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1905480"/>
            <a:ext cx="9672840" cy="17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4038480"/>
            <a:ext cx="967284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實例：tw-selfselect（asia-east1-b；名稱可自取）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舊專案目錄（遷移前的目錄，保留可回滾）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repo）；舊專案目錄（遷移前目錄）保留可回滾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tw-selfselect --zone=asia-east1-b   # 名稱需與 .env 的 SYNC_VM_NAME 一致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