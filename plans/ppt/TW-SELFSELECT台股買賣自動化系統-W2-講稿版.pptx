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hyperlink" Target="https://github.com/dinchentech/tw-selfselect/blob/main/python_basic/1-wsl-guide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selfselect/blob/main/python_basic/%E9%A0%90%E5%85%88%E6%BA%96%E5%82%99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Relationship Id="rId9" Type="http://schemas.openxmlformats.org/officeDocument/2006/relationships/hyperlink" Target="https://github.com/dinchentech/tw-selfselect/blob/main/WSL%E6%81%A2%E5%BE%A9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恢復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.md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簡易說明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3913632"/>
            <a:ext cx="9672840" cy="233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  <p:pic>
        <p:nvPicPr>
          <p:cNvPr id="106" name="Picture 105" descr="ws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080" y="2121408"/>
            <a:ext cx="9672840" cy="15085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實例：tw-selfselect（asia-east1-b；名稱可自取）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舊專案目錄（遷移前的目錄，保留可回滾）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repo）；舊專案目錄（遷移前目錄）保留可回滾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tw-selfselect --zone=asia-east1-b   # 名稱需與 .env 的 SYNC_VM_NAME 一致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