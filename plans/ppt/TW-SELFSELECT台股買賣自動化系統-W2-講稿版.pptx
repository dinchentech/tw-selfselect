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tw-autotrader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VM，也就是雲端主機（實例名稱仍是 tw-autotrader，asia-east1-b）。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這些每天會寫入的活資料。舊的 ~/tw-autotrader 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tw-autotrader。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blob/main/WSL&#24674;&#24489;.md" TargetMode="External"/><Relationship Id="rId3" Type="http://schemas.openxmlformats.org/officeDocument/2006/relationships/hyperlink" Target="https://github.com/dinchentech/tw-autotrader/blob/main/python_basic/&#38928;&#20808;&#28310;&#20633;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autotrader/blob/main/python_basic/1-wsl-guide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恢復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.md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簡易說明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實例：tw-autotrader（asia-east1-b）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舊目錄 ~/tw-autotrader（保留可回滾）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repo）；舊目錄 ~/tw-autotrader 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tw-autotrader --zone=asia-east1-b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