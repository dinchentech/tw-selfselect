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7" r:id="rId35"/>
    <p:sldId id="298" r:id="rId36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Relationship Id="rId35" Type="http://schemas.openxmlformats.org/officeDocument/2006/relationships/slide" Target="slides/slide20.xml"/><Relationship Id="rId36" Type="http://schemas.openxmlformats.org/officeDocument/2006/relationships/slide" Target="slides/slide2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這頁把整個使用流程串起來：第一次怎麼跑、之後每個月怎麼自動跑。</a:t>
            </a:r>
          </a:p>
          <a:p>
            <a:r>
              <a:t>第一，部署：本機執行 deploy_source.sh，它會先跑測試、建 image、SSH 直傳到 VM、載入後重啟容器並驗指紋。</a:t>
            </a:r>
          </a:p>
          <a:p>
            <a:r>
              <a:t>第二，第一次選股沒有專用程式——就是每月手動那支 scripts/monthly_selfselect_run.py（它會呼叫 scripts/monthly_rebalance_picker.py 打分選股，再改 .env）。在 VM 容器內跑，加 --no-sync（沒有 gcloud）與 --allow-stale-holdings（全新安裝沒有 holdings.json）；先看 diff 再加 --apply。</a:t>
            </a:r>
          </a:p>
          <a:p>
            <a:r>
              <a:t>第三，買進：immediate 模式下一個交易日 13:25–13:30 買滿；signal 模式等策略買訊。</a:t>
            </a:r>
          </a:p>
          <a:p>
            <a:r>
              <a:t>第四，每月自動：開啟 SELFSELECT_AUTO=1，D1 13:36 選股、D2 13:25 買新名單；D1 失敗會在 D2 早上自動補跑。</a:t>
            </a:r>
          </a:p>
          <a:p>
            <a:r>
              <a:t>最後用 holdings.json、performance.csv、Telegram 與對帳腳本確認結果。</a:t>
            </a:r>
          </a:p>
          <a:p/>
          <a:p>
            <a:r>
              <a:t>【講師提示】這頁是全課程的「操作總覽」，建議學員截圖；第一次上線時照順序做一次。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從第一次執行到每月自動（完整流程）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① 部署：本機執行 ./deploy_source.sh（preflight 測試 → 建 image → SSH 直傳 → VM 載入 → 驗指紋）</a:t>
            </a:r>
          </a:p>
          <a:p>
            <a:r>
              <a:t>② 第一次選股（VM 容器內）——就是每月手動那支程式：</a:t>
            </a:r>
          </a:p>
          <a:p>
            <a:r>
              <a:t>      docker exec tw_selfselect_bot python scripts/monthly_selfselect_run.py \</a:t>
            </a:r>
          </a:p>
          <a:p>
            <a:r>
              <a:t>          --risk normal --top-n 5 --no-sync --allow-stale-holdings</a:t>
            </a:r>
          </a:p>
          <a:p>
            <a:r>
              <a:t>      先看 dry-run 的 .env diff；確認後加 --apply（自動備份）</a:t>
            </a:r>
          </a:p>
          <a:p>
            <a:r>
              <a:t>③ 第一筆買進：immediate ⇒ 下一個交易日 13:25–13:30 買滿；signal ⇒ 等策略買訊</a:t>
            </a:r>
          </a:p>
          <a:p>
            <a:r>
              <a:t>④ 每月自動（SELFSELECT_AUTO=1）：D1 13:36 選股 → 改 .env（備份）→ D2 13:25–13:30 買新名單</a:t>
            </a:r>
          </a:p>
          <a:p>
            <a:r>
              <a:t>⑤ 失敗補跑：D2 08:05–08:39 自動重跑（最多 SELFSELECT_MAX_ATTEMPTS 次）</a:t>
            </a:r>
          </a:p>
          <a:p>
            <a:r>
              <a:t>⑥ 驗證：logs/holdings.json、performance.csv、Telegram；對帳用 reconcile_broker_books.py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一檔股票的生命週期：買進 → 持有 → 賣出 → 汰換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• 買進：immediate（名單出現後第一個 13:25–13:30 窗口，每檔一次）或 signal（等策略買訊）</a:t>
            </a:r>
          </a:p>
          <a:p>
            <a:r>
              <a:t>• 持有：依策略訊號；auto 在成交當下鎖定策略（logs/auto_resolved.json），持有期間不換</a:t>
            </a:r>
          </a:p>
          <a:p>
            <a:r>
              <a:t>• 賣出：① 策略賣訊（含 keep_wait 停利） ② 孤兒清倉（不在 PC_ 名單） ③ 人工</a:t>
            </a:r>
          </a:p>
          <a:p>
            <a:r>
              <a:t>• 賣到 0 股：auto 釋放鎖定；同檔仍在名單 ⇒ 月中可靠訊號再進場（immediate 不會再強制）</a:t>
            </a:r>
          </a:p>
          <a:p>
            <a:r>
              <a:t>• 名額不即時補：資金留現金等下一個 D1；未再選中的條目在 D1 汰換刪除</a:t>
            </a:r>
          </a:p>
          <a:p>
            <a:r>
              <a:t>• keep_wait：人工管理，選股程式不增不刪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不會——月頻換股，名單在下次 D1 才重算</a:t>
            </a:r>
          </a:p>
          <a:p>
            <a:r>
              <a:t>• 任何原因賣到 0 股（策略賣訊／停利／孤兒清倉）→ 不會立即補選；資金留現金等下一個 D1</a:t>
            </a:r>
          </a:p>
          <a:p>
            <a:r>
              <a:t>• 該檔還在 .env 名單內：月中仍監控，策略再出買訊可以重新進場</a:t>
            </a:r>
          </a:p>
          <a:p>
            <a:r>
              <a:t>• immediate 的強制進場「每檔一生一次」（logs/selfselect_filled.json）；之後一律靠訊號</a:t>
            </a:r>
          </a:p>
          <a:p>
            <a:r>
              <a:t>• 每日補足只補「已持有但不足」的部位，空倉不建倉 ⇒ 不會拿來補名額</a:t>
            </a:r>
          </a:p>
          <a:p>
            <a:r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