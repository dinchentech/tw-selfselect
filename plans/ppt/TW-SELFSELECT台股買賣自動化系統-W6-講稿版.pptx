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tw-autotrader——代表認證成功。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r>
              <a:rPr lang="zh-TW" altLang="en-US" dirty="0"/>
              <a:t>這時候會跳到</a:t>
            </a:r>
            <a:r>
              <a:rPr lang="en-US" altLang="zh-TW" dirty="0"/>
              <a:t>chrome</a:t>
            </a:r>
            <a:r>
              <a:rPr lang="zh-TW" altLang="en-US" dirty="0"/>
              <a:t>選擇你的</a:t>
            </a:r>
            <a:r>
              <a:rPr lang="en-US" altLang="zh-TW" dirty="0"/>
              <a:t>google</a:t>
            </a:r>
            <a:r>
              <a:rPr lang="zh-TW" altLang="en-US" dirty="0"/>
              <a:t>帳戶</a:t>
            </a:r>
            <a:br>
              <a:rPr lang="en-US" altLang="zh-TW" dirty="0"/>
            </a:br>
            <a:r>
              <a:rPr lang="zh-TW" altLang="en-US" dirty="0"/>
              <a:t>然後出現</a:t>
            </a:r>
            <a:r>
              <a:rPr lang="en-US" altLang="zh-TW" dirty="0"/>
              <a:t>SDK</a:t>
            </a:r>
            <a:r>
              <a:rPr lang="zh-TW" altLang="en-US" dirty="0"/>
              <a:t>要存取你的帳戶</a:t>
            </a:r>
            <a:r>
              <a:rPr lang="en-US" altLang="zh-TW" dirty="0"/>
              <a:t>,</a:t>
            </a:r>
            <a:r>
              <a:rPr lang="zh-TW" altLang="en-US" dirty="0"/>
              <a:t>點擊允許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此時可以回到</a:t>
            </a:r>
            <a:r>
              <a:rPr lang="en-US" altLang="zh-TW" dirty="0" err="1"/>
              <a:t>wsl</a:t>
            </a:r>
            <a:r>
              <a:rPr lang="en-US" altLang="zh-TW" dirty="0"/>
              <a:t>:</a:t>
            </a:r>
            <a:r>
              <a:rPr lang="zh-TW" altLang="en-US" dirty="0"/>
              <a:t>會有以下訊息</a:t>
            </a:r>
            <a:r>
              <a:rPr lang="en-US" altLang="zh-TW" dirty="0"/>
              <a:t>=&gt;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“You are now logged in as [frank@dinchen.com.tw].</a:t>
            </a:r>
            <a:br>
              <a:rPr lang="en-US" altLang="zh-TW" dirty="0"/>
            </a:br>
            <a:r>
              <a:rPr lang="en-US" altLang="zh-TW" dirty="0"/>
              <a:t>Your current project is [</a:t>
            </a:r>
            <a:r>
              <a:rPr lang="en-US" altLang="zh-TW" dirty="0" err="1"/>
              <a:t>tw-autotrader</a:t>
            </a:r>
            <a:r>
              <a:rPr lang="en-US" altLang="zh-TW" dirty="0"/>
              <a:t>].  You can change this setting by running:”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t>在 WSL 的 ~/tw-selfselect/ 目錄執行：</a:t>
            </a:r>
          </a:p>
          <a:p>
            <a:r>
              <a:t>./deploy_source.sh</a:t>
            </a:r>
          </a:p>
          <a:p>
            <a:r>
              <a:t>（preflight 測試 → 建 image → SSH 直傳 → VM 載入 → 重啟容器 → 驗證指紋）</a:t>
            </a:r>
          </a:p>
          <a:p>
            <a:r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