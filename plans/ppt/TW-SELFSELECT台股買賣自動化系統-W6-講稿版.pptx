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7" r:id="rId5"/>
  </p:sldMasterIdLst>
  <p:notesMasterIdLst>
    <p:notesMasterId r:id="rId27"/>
  </p:notesMasterIdLst>
  <p:handoutMasterIdLst>
    <p:handoutMasterId r:id="rId28"/>
  </p:handoutMasterIdLst>
  <p:sldIdLst>
    <p:sldId id="257" r:id="rId6"/>
    <p:sldId id="278" r:id="rId7"/>
    <p:sldId id="279" r:id="rId8"/>
    <p:sldId id="280" r:id="rId9"/>
    <p:sldId id="284" r:id="rId10"/>
    <p:sldId id="281" r:id="rId11"/>
    <p:sldId id="282" r:id="rId12"/>
    <p:sldId id="283" r:id="rId13"/>
    <p:sldId id="295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67" r:id="rId22"/>
    <p:sldId id="293" r:id="rId23"/>
    <p:sldId id="292" r:id="rId24"/>
    <p:sldId id="297" r:id="rId35"/>
    <p:sldId id="298" r:id="rId36"/>
    <p:sldId id="296" r:id="rId25"/>
    <p:sldId id="277" r:id="rId2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498C0-9E44-465C-8DDD-59B90B3F0904}" v="233" dt="2026-07-20T15:54:45.941"/>
    <p1510:client id="{E6B90F64-C50A-40B5-960B-FE4B40CA4B69}" v="351" dt="2026-07-21T10:52:38.034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Relationship Id="rId35" Type="http://schemas.openxmlformats.org/officeDocument/2006/relationships/slide" Target="slides/slide20.xml"/><Relationship Id="rId36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宜軒 謝" userId="2eb2341147ac0da6" providerId="LiveId" clId="{3C637DDA-15F1-4277-AED3-B98324C04A77}"/>
    <pc:docChg chg="undo custSel addSld delSld modSld sldOrd delMainMaster">
      <pc:chgData name="宜軒 謝" userId="2eb2341147ac0da6" providerId="LiveId" clId="{3C637DDA-15F1-4277-AED3-B98324C04A77}" dt="2026-07-21T10:52:47.933" v="6823" actId="1076"/>
      <pc:docMkLst>
        <pc:docMk/>
      </pc:docMkLst>
      <pc:sldChg chg="modSp mod">
        <pc:chgData name="宜軒 謝" userId="2eb2341147ac0da6" providerId="LiveId" clId="{3C637DDA-15F1-4277-AED3-B98324C04A77}" dt="2026-07-20T07:38:30.857" v="2574" actId="6549"/>
        <pc:sldMkLst>
          <pc:docMk/>
          <pc:sldMk cId="3658128150" sldId="257"/>
        </pc:sldMkLst>
        <pc:spChg chg="mod">
          <ac:chgData name="宜軒 謝" userId="2eb2341147ac0da6" providerId="LiveId" clId="{3C637DDA-15F1-4277-AED3-B98324C04A77}" dt="2026-07-20T07:38:30.857" v="2574" actId="6549"/>
          <ac:spMkLst>
            <pc:docMk/>
            <pc:sldMk cId="3658128150" sldId="257"/>
            <ac:spMk id="4" creationId="{00000000-0000-0000-0000-000000000000}"/>
          </ac:spMkLst>
        </pc:spChg>
      </pc:sldChg>
      <pc:sldChg chg="modSp del mod">
        <pc:chgData name="宜軒 謝" userId="2eb2341147ac0da6" providerId="LiveId" clId="{3C637DDA-15F1-4277-AED3-B98324C04A77}" dt="2026-07-20T07:45:00.259" v="2576" actId="47"/>
        <pc:sldMkLst>
          <pc:docMk/>
          <pc:sldMk cId="1637310646" sldId="258"/>
        </pc:sldMkLst>
      </pc:sldChg>
      <pc:sldChg chg="modSp add del mod ord">
        <pc:chgData name="宜軒 謝" userId="2eb2341147ac0da6" providerId="LiveId" clId="{3C637DDA-15F1-4277-AED3-B98324C04A77}" dt="2026-07-21T06:23:57.601" v="6377"/>
        <pc:sldMkLst>
          <pc:docMk/>
          <pc:sldMk cId="0" sldId="267"/>
        </pc:sldMkLst>
        <pc:spChg chg="mod">
          <ac:chgData name="宜軒 謝" userId="2eb2341147ac0da6" providerId="LiveId" clId="{3C637DDA-15F1-4277-AED3-B98324C04A77}" dt="2026-07-21T06:20:24.459" v="6322" actId="6549"/>
          <ac:spMkLst>
            <pc:docMk/>
            <pc:sldMk cId="0" sldId="267"/>
            <ac:spMk id="2" creationId="{00000000-0000-0000-0000-000000000000}"/>
          </ac:spMkLst>
        </pc:spChg>
        <pc:spChg chg="mod">
          <ac:chgData name="宜軒 謝" userId="2eb2341147ac0da6" providerId="LiveId" clId="{3C637DDA-15F1-4277-AED3-B98324C04A77}" dt="2026-07-21T06:23:45.568" v="6375"/>
          <ac:spMkLst>
            <pc:docMk/>
            <pc:sldMk cId="0" sldId="267"/>
            <ac:spMk id="3" creationId="{00000000-0000-0000-0000-000000000000}"/>
          </ac:spMkLst>
        </pc:spChg>
        <pc:spChg chg="mod">
          <ac:chgData name="宜軒 謝" userId="2eb2341147ac0da6" providerId="LiveId" clId="{3C637DDA-15F1-4277-AED3-B98324C04A77}" dt="2026-07-21T06:21:33.140" v="6328" actId="13926"/>
          <ac:spMkLst>
            <pc:docMk/>
            <pc:sldMk cId="0" sldId="267"/>
            <ac:spMk id="4" creationId="{00000000-0000-0000-0000-000000000000}"/>
          </ac:spMkLst>
        </pc:spChg>
        <pc:spChg chg="mod">
          <ac:chgData name="宜軒 謝" userId="2eb2341147ac0da6" providerId="LiveId" clId="{3C637DDA-15F1-4277-AED3-B98324C04A77}" dt="2026-07-21T06:23:17.145" v="6340" actId="6549"/>
          <ac:spMkLst>
            <pc:docMk/>
            <pc:sldMk cId="0" sldId="267"/>
            <ac:spMk id="6" creationId="{00000000-0000-0000-0000-000000000000}"/>
          </ac:spMkLst>
        </pc:spChg>
        <pc:spChg chg="mod">
          <ac:chgData name="宜軒 謝" userId="2eb2341147ac0da6" providerId="LiveId" clId="{3C637DDA-15F1-4277-AED3-B98324C04A77}" dt="2026-07-21T06:21:09.806" v="6327" actId="1076"/>
          <ac:spMkLst>
            <pc:docMk/>
            <pc:sldMk cId="0" sldId="267"/>
            <ac:spMk id="7" creationId="{00000000-0000-0000-0000-000000000000}"/>
          </ac:spMkLst>
        </pc:spChg>
        <pc:graphicFrameChg chg="mod modGraphic">
          <ac:chgData name="宜軒 謝" userId="2eb2341147ac0da6" providerId="LiveId" clId="{3C637DDA-15F1-4277-AED3-B98324C04A77}" dt="2026-07-21T06:22:54.877" v="6332" actId="13926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add del mod">
        <pc:chgData name="宜軒 謝" userId="2eb2341147ac0da6" providerId="LiveId" clId="{3C637DDA-15F1-4277-AED3-B98324C04A77}" dt="2026-07-21T06:48:26.155" v="6468" actId="47"/>
        <pc:sldMkLst>
          <pc:docMk/>
          <pc:sldMk cId="0" sldId="274"/>
        </pc:sldMkLst>
        <pc:graphicFrameChg chg="mod modGraphic">
          <ac:chgData name="宜軒 謝" userId="2eb2341147ac0da6" providerId="LiveId" clId="{3C637DDA-15F1-4277-AED3-B98324C04A77}" dt="2026-07-21T06:30:44.008" v="6464" actId="6549"/>
          <ac:graphicFrameMkLst>
            <pc:docMk/>
            <pc:sldMk cId="0" sldId="274"/>
            <ac:graphicFrameMk id="20" creationId="{00000000-0000-0000-0000-000000000000}"/>
          </ac:graphicFrameMkLst>
        </pc:graphicFrameChg>
      </pc:sldChg>
      <pc:sldChg chg="modSp mod">
        <pc:chgData name="宜軒 謝" userId="2eb2341147ac0da6" providerId="LiveId" clId="{3C637DDA-15F1-4277-AED3-B98324C04A77}" dt="2026-07-18T13:30:34.819" v="2290"/>
        <pc:sldMkLst>
          <pc:docMk/>
          <pc:sldMk cId="3103683689" sldId="277"/>
        </pc:sldMkLst>
        <pc:spChg chg="mod">
          <ac:chgData name="宜軒 謝" userId="2eb2341147ac0da6" providerId="LiveId" clId="{3C637DDA-15F1-4277-AED3-B98324C04A77}" dt="2026-07-18T13:30:34.819" v="2290"/>
          <ac:spMkLst>
            <pc:docMk/>
            <pc:sldMk cId="3103683689" sldId="277"/>
            <ac:spMk id="2" creationId="{69FAE308-3076-43DB-B834-DA0B0AE19AF9}"/>
          </ac:spMkLst>
        </pc:spChg>
        <pc:spChg chg="mod">
          <ac:chgData name="宜軒 謝" userId="2eb2341147ac0da6" providerId="LiveId" clId="{3C637DDA-15F1-4277-AED3-B98324C04A77}" dt="2026-07-15T11:17:37.278" v="119" actId="20577"/>
          <ac:spMkLst>
            <pc:docMk/>
            <pc:sldMk cId="3103683689" sldId="277"/>
            <ac:spMk id="3" creationId="{BABC2CE0-8806-4B2A-A10A-32984D317434}"/>
          </ac:spMkLst>
        </pc:spChg>
      </pc:sldChg>
      <pc:sldChg chg="addSp delSp modSp new mod ord chgLayout">
        <pc:chgData name="宜軒 謝" userId="2eb2341147ac0da6" providerId="LiveId" clId="{3C637DDA-15F1-4277-AED3-B98324C04A77}" dt="2026-07-20T15:57:58.403" v="4363" actId="113"/>
        <pc:sldMkLst>
          <pc:docMk/>
          <pc:sldMk cId="1289610320" sldId="278"/>
        </pc:sldMkLst>
        <pc:spChg chg="mod">
          <ac:chgData name="宜軒 謝" userId="2eb2341147ac0da6" providerId="LiveId" clId="{3C637DDA-15F1-4277-AED3-B98324C04A77}" dt="2026-07-20T11:59:26.429" v="4010" actId="1076"/>
          <ac:spMkLst>
            <pc:docMk/>
            <pc:sldMk cId="1289610320" sldId="278"/>
            <ac:spMk id="2" creationId="{28A2ADBF-58B8-CC4B-D749-76163FA0CAAC}"/>
          </ac:spMkLst>
        </pc:spChg>
        <pc:spChg chg="add del">
          <ac:chgData name="宜軒 謝" userId="2eb2341147ac0da6" providerId="LiveId" clId="{3C637DDA-15F1-4277-AED3-B98324C04A77}" dt="2026-07-20T07:46:01.427" v="2602" actId="26606"/>
          <ac:spMkLst>
            <pc:docMk/>
            <pc:sldMk cId="1289610320" sldId="278"/>
            <ac:spMk id="3" creationId="{5AF6B683-8CBA-CE51-2C92-17B957F58D05}"/>
          </ac:spMkLst>
        </pc:spChg>
        <pc:spChg chg="add del mod">
          <ac:chgData name="宜軒 謝" userId="2eb2341147ac0da6" providerId="LiveId" clId="{3C637DDA-15F1-4277-AED3-B98324C04A77}" dt="2026-07-20T07:46:01.412" v="2601" actId="26606"/>
          <ac:spMkLst>
            <pc:docMk/>
            <pc:sldMk cId="1289610320" sldId="278"/>
            <ac:spMk id="10" creationId="{24BDDC19-7131-1D8D-9BBE-3E109E54260A}"/>
          </ac:spMkLst>
        </pc:spChg>
        <pc:spChg chg="add del mod">
          <ac:chgData name="宜軒 謝" userId="2eb2341147ac0da6" providerId="LiveId" clId="{3C637DDA-15F1-4277-AED3-B98324C04A77}" dt="2026-07-20T07:47:05.210" v="2632" actId="478"/>
          <ac:spMkLst>
            <pc:docMk/>
            <pc:sldMk cId="1289610320" sldId="278"/>
            <ac:spMk id="12" creationId="{6DB70E3D-2C24-91C8-BACD-B1EA13C3A478}"/>
          </ac:spMkLst>
        </pc:spChg>
        <pc:spChg chg="add mod">
          <ac:chgData name="宜軒 謝" userId="2eb2341147ac0da6" providerId="LiveId" clId="{3C637DDA-15F1-4277-AED3-B98324C04A77}" dt="2026-07-20T07:46:01.427" v="2602" actId="26606"/>
          <ac:spMkLst>
            <pc:docMk/>
            <pc:sldMk cId="1289610320" sldId="278"/>
            <ac:spMk id="13" creationId="{69C1F574-B4B7-3249-97EC-655170507E51}"/>
          </ac:spMkLst>
        </pc:spChg>
        <pc:graphicFrameChg chg="add del">
          <ac:chgData name="宜軒 謝" userId="2eb2341147ac0da6" providerId="LiveId" clId="{3C637DDA-15F1-4277-AED3-B98324C04A77}" dt="2026-07-20T07:46:01.412" v="2601" actId="26606"/>
          <ac:graphicFrameMkLst>
            <pc:docMk/>
            <pc:sldMk cId="1289610320" sldId="278"/>
            <ac:graphicFrameMk id="5" creationId="{5AF6B683-8CBA-CE51-2C92-17B957F58D05}"/>
          </ac:graphicFrameMkLst>
        </pc:graphicFrameChg>
        <pc:graphicFrameChg chg="add mod modGraphic">
          <ac:chgData name="宜軒 謝" userId="2eb2341147ac0da6" providerId="LiveId" clId="{3C637DDA-15F1-4277-AED3-B98324C04A77}" dt="2026-07-20T15:57:58.403" v="4363" actId="113"/>
          <ac:graphicFrameMkLst>
            <pc:docMk/>
            <pc:sldMk cId="1289610320" sldId="278"/>
            <ac:graphicFrameMk id="14" creationId="{5AF6B683-8CBA-CE51-2C92-17B957F58D05}"/>
          </ac:graphicFrameMkLst>
        </pc:graphicFrameChg>
      </pc:sldChg>
      <pc:sldChg chg="addSp delSp modSp new mod">
        <pc:chgData name="宜軒 謝" userId="2eb2341147ac0da6" providerId="LiveId" clId="{3C637DDA-15F1-4277-AED3-B98324C04A77}" dt="2026-07-20T12:05:57.916" v="4051" actId="13926"/>
        <pc:sldMkLst>
          <pc:docMk/>
          <pc:sldMk cId="1277463554" sldId="279"/>
        </pc:sldMkLst>
        <pc:spChg chg="mod">
          <ac:chgData name="宜軒 謝" userId="2eb2341147ac0da6" providerId="LiveId" clId="{3C637DDA-15F1-4277-AED3-B98324C04A77}" dt="2026-07-20T12:00:51.351" v="4030" actId="14100"/>
          <ac:spMkLst>
            <pc:docMk/>
            <pc:sldMk cId="1277463554" sldId="279"/>
            <ac:spMk id="2" creationId="{A807CF92-E4AD-BF94-0820-4C58C21E7887}"/>
          </ac:spMkLst>
        </pc:spChg>
        <pc:spChg chg="add del mod">
          <ac:chgData name="宜軒 謝" userId="2eb2341147ac0da6" providerId="LiveId" clId="{3C637DDA-15F1-4277-AED3-B98324C04A77}" dt="2026-07-20T12:05:57.916" v="4051" actId="13926"/>
          <ac:spMkLst>
            <pc:docMk/>
            <pc:sldMk cId="1277463554" sldId="279"/>
            <ac:spMk id="4" creationId="{F71F2143-57C7-7465-C332-6F27EB65C874}"/>
          </ac:spMkLst>
        </pc:spChg>
        <pc:spChg chg="del mod">
          <ac:chgData name="宜軒 謝" userId="2eb2341147ac0da6" providerId="LiveId" clId="{3C637DDA-15F1-4277-AED3-B98324C04A77}" dt="2026-07-20T12:02:33.922" v="4033" actId="478"/>
          <ac:spMkLst>
            <pc:docMk/>
            <pc:sldMk cId="1277463554" sldId="279"/>
            <ac:spMk id="5" creationId="{23694A48-9DDE-0BE5-3E00-50269B3EE3CD}"/>
          </ac:spMkLst>
        </pc:spChg>
        <pc:spChg chg="add del">
          <ac:chgData name="宜軒 謝" userId="2eb2341147ac0da6" providerId="LiveId" clId="{3C637DDA-15F1-4277-AED3-B98324C04A77}" dt="2026-07-20T12:03:56.597" v="4045" actId="478"/>
          <ac:spMkLst>
            <pc:docMk/>
            <pc:sldMk cId="1277463554" sldId="279"/>
            <ac:spMk id="8" creationId="{33AB0C27-28EF-9F27-4642-0CC60692472B}"/>
          </ac:spMkLst>
        </pc:spChg>
        <pc:graphicFrameChg chg="add mod">
          <ac:chgData name="宜軒 謝" userId="2eb2341147ac0da6" providerId="LiveId" clId="{3C637DDA-15F1-4277-AED3-B98324C04A77}" dt="2026-07-20T12:02:52.943" v="4037"/>
          <ac:graphicFrameMkLst>
            <pc:docMk/>
            <pc:sldMk cId="1277463554" sldId="279"/>
            <ac:graphicFrameMk id="6" creationId="{0BD69A4A-578B-B82F-788D-0570B5731B9A}"/>
          </ac:graphicFrameMkLst>
        </pc:graphicFrameChg>
      </pc:sldChg>
      <pc:sldChg chg="delSp modSp new mod">
        <pc:chgData name="宜軒 謝" userId="2eb2341147ac0da6" providerId="LiveId" clId="{3C637DDA-15F1-4277-AED3-B98324C04A77}" dt="2026-07-20T12:07:48.763" v="4062" actId="27636"/>
        <pc:sldMkLst>
          <pc:docMk/>
          <pc:sldMk cId="3882318119" sldId="280"/>
        </pc:sldMkLst>
        <pc:spChg chg="mod">
          <ac:chgData name="宜軒 謝" userId="2eb2341147ac0da6" providerId="LiveId" clId="{3C637DDA-15F1-4277-AED3-B98324C04A77}" dt="2026-07-20T12:07:44.448" v="4060" actId="14100"/>
          <ac:spMkLst>
            <pc:docMk/>
            <pc:sldMk cId="3882318119" sldId="280"/>
            <ac:spMk id="2" creationId="{0A97BE5B-B409-EEFA-8B22-4EAFCAFC2E8D}"/>
          </ac:spMkLst>
        </pc:spChg>
        <pc:spChg chg="mod">
          <ac:chgData name="宜軒 謝" userId="2eb2341147ac0da6" providerId="LiveId" clId="{3C637DDA-15F1-4277-AED3-B98324C04A77}" dt="2026-07-20T12:07:48.763" v="4062" actId="27636"/>
          <ac:spMkLst>
            <pc:docMk/>
            <pc:sldMk cId="3882318119" sldId="280"/>
            <ac:spMk id="4" creationId="{A4E3D050-CF6F-3658-3860-1EFF2998B567}"/>
          </ac:spMkLst>
        </pc:spChg>
        <pc:spChg chg="del">
          <ac:chgData name="宜軒 謝" userId="2eb2341147ac0da6" providerId="LiveId" clId="{3C637DDA-15F1-4277-AED3-B98324C04A77}" dt="2026-07-20T12:07:17.412" v="4055" actId="478"/>
          <ac:spMkLst>
            <pc:docMk/>
            <pc:sldMk cId="3882318119" sldId="280"/>
            <ac:spMk id="5" creationId="{D6EEA199-662F-8049-F0FB-AE042F9F9050}"/>
          </ac:spMkLst>
        </pc:spChg>
      </pc:sldChg>
      <pc:sldChg chg="delSp modSp new mod">
        <pc:chgData name="宜軒 謝" userId="2eb2341147ac0da6" providerId="LiveId" clId="{3C637DDA-15F1-4277-AED3-B98324C04A77}" dt="2026-07-21T08:16:11.304" v="6745" actId="27636"/>
        <pc:sldMkLst>
          <pc:docMk/>
          <pc:sldMk cId="3191594355" sldId="281"/>
        </pc:sldMkLst>
        <pc:spChg chg="mod">
          <ac:chgData name="宜軒 謝" userId="2eb2341147ac0da6" providerId="LiveId" clId="{3C637DDA-15F1-4277-AED3-B98324C04A77}" dt="2026-07-20T12:13:06.834" v="4072" actId="27636"/>
          <ac:spMkLst>
            <pc:docMk/>
            <pc:sldMk cId="3191594355" sldId="281"/>
            <ac:spMk id="2" creationId="{CD340EF5-D03F-5A70-AC1D-A789133358DA}"/>
          </ac:spMkLst>
        </pc:spChg>
        <pc:spChg chg="mod">
          <ac:chgData name="宜軒 謝" userId="2eb2341147ac0da6" providerId="LiveId" clId="{3C637DDA-15F1-4277-AED3-B98324C04A77}" dt="2026-07-21T08:16:11.304" v="6745" actId="27636"/>
          <ac:spMkLst>
            <pc:docMk/>
            <pc:sldMk cId="3191594355" sldId="281"/>
            <ac:spMk id="4" creationId="{DCE86EBA-48A7-D423-5243-36970DEF5308}"/>
          </ac:spMkLst>
        </pc:spChg>
        <pc:spChg chg="del">
          <ac:chgData name="宜軒 謝" userId="2eb2341147ac0da6" providerId="LiveId" clId="{3C637DDA-15F1-4277-AED3-B98324C04A77}" dt="2026-07-20T12:12:44.476" v="4066" actId="478"/>
          <ac:spMkLst>
            <pc:docMk/>
            <pc:sldMk cId="3191594355" sldId="281"/>
            <ac:spMk id="5" creationId="{89C927F3-088B-B33D-1B61-6538993C6780}"/>
          </ac:spMkLst>
        </pc:spChg>
      </pc:sldChg>
      <pc:sldChg chg="addSp delSp modSp new mod">
        <pc:chgData name="宜軒 謝" userId="2eb2341147ac0da6" providerId="LiveId" clId="{3C637DDA-15F1-4277-AED3-B98324C04A77}" dt="2026-07-20T13:45:27.018" v="4279" actId="6549"/>
        <pc:sldMkLst>
          <pc:docMk/>
          <pc:sldMk cId="1700995190" sldId="282"/>
        </pc:sldMkLst>
        <pc:spChg chg="mod">
          <ac:chgData name="宜軒 謝" userId="2eb2341147ac0da6" providerId="LiveId" clId="{3C637DDA-15F1-4277-AED3-B98324C04A77}" dt="2026-07-20T13:15:06.094" v="4188"/>
          <ac:spMkLst>
            <pc:docMk/>
            <pc:sldMk cId="1700995190" sldId="282"/>
            <ac:spMk id="2" creationId="{F10C5242-A311-5F6A-0FDF-797E19AC28D7}"/>
          </ac:spMkLst>
        </pc:spChg>
        <pc:spChg chg="del mod">
          <ac:chgData name="宜軒 謝" userId="2eb2341147ac0da6" providerId="LiveId" clId="{3C637DDA-15F1-4277-AED3-B98324C04A77}" dt="2026-07-20T12:20:23.215" v="4122" actId="22"/>
          <ac:spMkLst>
            <pc:docMk/>
            <pc:sldMk cId="1700995190" sldId="282"/>
            <ac:spMk id="4" creationId="{2E2B502A-02B5-FB83-FD91-3C2F7A226D47}"/>
          </ac:spMkLst>
        </pc:spChg>
        <pc:spChg chg="del">
          <ac:chgData name="宜軒 謝" userId="2eb2341147ac0da6" providerId="LiveId" clId="{3C637DDA-15F1-4277-AED3-B98324C04A77}" dt="2026-07-20T12:16:56.254" v="4100" actId="478"/>
          <ac:spMkLst>
            <pc:docMk/>
            <pc:sldMk cId="1700995190" sldId="282"/>
            <ac:spMk id="5" creationId="{BF3DFA94-56A9-EB31-0E97-365F5BC5EE5C}"/>
          </ac:spMkLst>
        </pc:spChg>
        <pc:spChg chg="add del mod">
          <ac:chgData name="宜軒 謝" userId="2eb2341147ac0da6" providerId="LiveId" clId="{3C637DDA-15F1-4277-AED3-B98324C04A77}" dt="2026-07-20T13:45:27.018" v="4279" actId="6549"/>
          <ac:spMkLst>
            <pc:docMk/>
            <pc:sldMk cId="1700995190" sldId="282"/>
            <ac:spMk id="9" creationId="{335C0CAA-A31D-B6CC-9C78-E6DA33092E07}"/>
          </ac:spMkLst>
        </pc:spChg>
        <pc:spChg chg="add del">
          <ac:chgData name="宜軒 謝" userId="2eb2341147ac0da6" providerId="LiveId" clId="{3C637DDA-15F1-4277-AED3-B98324C04A77}" dt="2026-07-20T13:16:04.671" v="4195" actId="478"/>
          <ac:spMkLst>
            <pc:docMk/>
            <pc:sldMk cId="1700995190" sldId="282"/>
            <ac:spMk id="12" creationId="{A67F0F41-9959-E283-1939-28D7C96F3555}"/>
          </ac:spMkLst>
        </pc:spChg>
        <pc:graphicFrameChg chg="add mod">
          <ac:chgData name="宜軒 謝" userId="2eb2341147ac0da6" providerId="LiveId" clId="{3C637DDA-15F1-4277-AED3-B98324C04A77}" dt="2026-07-20T13:15:53.975" v="4193"/>
          <ac:graphicFrameMkLst>
            <pc:docMk/>
            <pc:sldMk cId="1700995190" sldId="282"/>
            <ac:graphicFrameMk id="10" creationId="{C1AA7021-FCF2-8DA4-332B-649507B1CC19}"/>
          </ac:graphicFrameMkLst>
        </pc:graphicFrameChg>
        <pc:picChg chg="add del mod ord">
          <ac:chgData name="宜軒 謝" userId="2eb2341147ac0da6" providerId="LiveId" clId="{3C637DDA-15F1-4277-AED3-B98324C04A77}" dt="2026-07-20T13:14:35.085" v="4158" actId="478"/>
          <ac:picMkLst>
            <pc:docMk/>
            <pc:sldMk cId="1700995190" sldId="282"/>
            <ac:picMk id="7" creationId="{4F64ADD0-77FA-C494-D570-7364073FE32C}"/>
          </ac:picMkLst>
        </pc:picChg>
      </pc:sldChg>
      <pc:sldChg chg="modSp add mod">
        <pc:chgData name="宜軒 謝" userId="2eb2341147ac0da6" providerId="LiveId" clId="{3C637DDA-15F1-4277-AED3-B98324C04A77}" dt="2026-07-20T13:43:08.969" v="4270" actId="13926"/>
        <pc:sldMkLst>
          <pc:docMk/>
          <pc:sldMk cId="3501410096" sldId="283"/>
        </pc:sldMkLst>
        <pc:spChg chg="mod">
          <ac:chgData name="宜軒 謝" userId="2eb2341147ac0da6" providerId="LiveId" clId="{3C637DDA-15F1-4277-AED3-B98324C04A77}" dt="2026-07-20T13:41:12.709" v="4223" actId="6549"/>
          <ac:spMkLst>
            <pc:docMk/>
            <pc:sldMk cId="3501410096" sldId="283"/>
            <ac:spMk id="2" creationId="{2B24E98E-8CFA-B2F7-2095-9232A6EB482F}"/>
          </ac:spMkLst>
        </pc:spChg>
        <pc:spChg chg="mod">
          <ac:chgData name="宜軒 謝" userId="2eb2341147ac0da6" providerId="LiveId" clId="{3C637DDA-15F1-4277-AED3-B98324C04A77}" dt="2026-07-20T13:43:08.969" v="4270" actId="13926"/>
          <ac:spMkLst>
            <pc:docMk/>
            <pc:sldMk cId="3501410096" sldId="283"/>
            <ac:spMk id="9" creationId="{5A24D0AB-52DF-BA03-DA97-2B5A3A2FCD60}"/>
          </ac:spMkLst>
        </pc:spChg>
      </pc:sldChg>
      <pc:sldChg chg="addSp delSp modSp new mod">
        <pc:chgData name="宜軒 謝" userId="2eb2341147ac0da6" providerId="LiveId" clId="{3C637DDA-15F1-4277-AED3-B98324C04A77}" dt="2026-07-20T14:11:10.478" v="4282" actId="26606"/>
        <pc:sldMkLst>
          <pc:docMk/>
          <pc:sldMk cId="1653867199" sldId="284"/>
        </pc:sldMkLst>
        <pc:spChg chg="del">
          <ac:chgData name="宜軒 謝" userId="2eb2341147ac0da6" providerId="LiveId" clId="{3C637DDA-15F1-4277-AED3-B98324C04A77}" dt="2026-07-20T14:11:10.478" v="4282" actId="26606"/>
          <ac:spMkLst>
            <pc:docMk/>
            <pc:sldMk cId="1653867199" sldId="284"/>
            <ac:spMk id="2" creationId="{BE74C485-EC56-44B2-AAC0-C27E774FE2BA}"/>
          </ac:spMkLst>
        </pc:spChg>
        <pc:spChg chg="mod ord modVis">
          <ac:chgData name="宜軒 謝" userId="2eb2341147ac0da6" providerId="LiveId" clId="{3C637DDA-15F1-4277-AED3-B98324C04A77}" dt="2026-07-20T14:11:10.478" v="4282" actId="26606"/>
          <ac:spMkLst>
            <pc:docMk/>
            <pc:sldMk cId="1653867199" sldId="284"/>
            <ac:spMk id="3" creationId="{65B9E4B0-0B06-8A1B-3B3F-2A0C8A3863E7}"/>
          </ac:spMkLst>
        </pc:spChg>
        <pc:spChg chg="del">
          <ac:chgData name="宜軒 謝" userId="2eb2341147ac0da6" providerId="LiveId" clId="{3C637DDA-15F1-4277-AED3-B98324C04A77}" dt="2026-07-20T14:11:02.479" v="4281" actId="22"/>
          <ac:spMkLst>
            <pc:docMk/>
            <pc:sldMk cId="1653867199" sldId="284"/>
            <ac:spMk id="4" creationId="{88D6514E-B44C-E92F-1430-A4D75157E3E7}"/>
          </ac:spMkLst>
        </pc:spChg>
        <pc:spChg chg="del">
          <ac:chgData name="宜軒 謝" userId="2eb2341147ac0da6" providerId="LiveId" clId="{3C637DDA-15F1-4277-AED3-B98324C04A77}" dt="2026-07-20T14:11:10.478" v="4282" actId="26606"/>
          <ac:spMkLst>
            <pc:docMk/>
            <pc:sldMk cId="1653867199" sldId="284"/>
            <ac:spMk id="5" creationId="{DC55B057-D65C-4BF3-CFF3-52E7A0646525}"/>
          </ac:spMkLst>
        </pc:spChg>
        <pc:picChg chg="add mod ord">
          <ac:chgData name="宜軒 謝" userId="2eb2341147ac0da6" providerId="LiveId" clId="{3C637DDA-15F1-4277-AED3-B98324C04A77}" dt="2026-07-20T14:11:10.478" v="4282" actId="26606"/>
          <ac:picMkLst>
            <pc:docMk/>
            <pc:sldMk cId="1653867199" sldId="284"/>
            <ac:picMk id="7" creationId="{1CC58466-1A3F-8414-FEBA-E2DA615C4C56}"/>
          </ac:picMkLst>
        </pc:picChg>
      </pc:sldChg>
      <pc:sldChg chg="addSp delSp modSp new mod">
        <pc:chgData name="宜軒 謝" userId="2eb2341147ac0da6" providerId="LiveId" clId="{3C637DDA-15F1-4277-AED3-B98324C04A77}" dt="2026-07-21T03:53:36.833" v="4521" actId="1076"/>
        <pc:sldMkLst>
          <pc:docMk/>
          <pc:sldMk cId="654384886" sldId="285"/>
        </pc:sldMkLst>
        <pc:spChg chg="mod">
          <ac:chgData name="宜軒 謝" userId="2eb2341147ac0da6" providerId="LiveId" clId="{3C637DDA-15F1-4277-AED3-B98324C04A77}" dt="2026-07-21T03:50:00.527" v="4510" actId="1076"/>
          <ac:spMkLst>
            <pc:docMk/>
            <pc:sldMk cId="654384886" sldId="285"/>
            <ac:spMk id="2" creationId="{8BA8DF5D-3655-27C9-5FC4-E4C259DBB7E9}"/>
          </ac:spMkLst>
        </pc:spChg>
        <pc:spChg chg="mod">
          <ac:chgData name="宜軒 謝" userId="2eb2341147ac0da6" providerId="LiveId" clId="{3C637DDA-15F1-4277-AED3-B98324C04A77}" dt="2026-07-21T03:50:05.335" v="4511" actId="14100"/>
          <ac:spMkLst>
            <pc:docMk/>
            <pc:sldMk cId="654384886" sldId="285"/>
            <ac:spMk id="4" creationId="{2A57E686-6D7A-8D07-89B9-AA9FE22DB5FB}"/>
          </ac:spMkLst>
        </pc:spChg>
        <pc:spChg chg="del">
          <ac:chgData name="宜軒 謝" userId="2eb2341147ac0da6" providerId="LiveId" clId="{3C637DDA-15F1-4277-AED3-B98324C04A77}" dt="2026-07-21T03:43:36.684" v="4425" actId="478"/>
          <ac:spMkLst>
            <pc:docMk/>
            <pc:sldMk cId="654384886" sldId="285"/>
            <ac:spMk id="5" creationId="{16C57799-CDBD-8F37-8235-3964E186887E}"/>
          </ac:spMkLst>
        </pc:spChg>
        <pc:spChg chg="add mod">
          <ac:chgData name="宜軒 謝" userId="2eb2341147ac0da6" providerId="LiveId" clId="{3C637DDA-15F1-4277-AED3-B98324C04A77}" dt="2026-07-21T03:52:59.407" v="4514" actId="767"/>
          <ac:spMkLst>
            <pc:docMk/>
            <pc:sldMk cId="654384886" sldId="285"/>
            <ac:spMk id="8" creationId="{CDC8FEF4-1C73-9E08-18A9-BB1C86C5C4FD}"/>
          </ac:spMkLst>
        </pc:spChg>
        <pc:picChg chg="add mod">
          <ac:chgData name="宜軒 謝" userId="2eb2341147ac0da6" providerId="LiveId" clId="{3C637DDA-15F1-4277-AED3-B98324C04A77}" dt="2026-07-21T03:53:32.183" v="4520" actId="1076"/>
          <ac:picMkLst>
            <pc:docMk/>
            <pc:sldMk cId="654384886" sldId="285"/>
            <ac:picMk id="7" creationId="{7880BFCA-7FB3-1D61-1206-41BC5FDE31A6}"/>
          </ac:picMkLst>
        </pc:picChg>
        <pc:picChg chg="add mod">
          <ac:chgData name="宜軒 謝" userId="2eb2341147ac0da6" providerId="LiveId" clId="{3C637DDA-15F1-4277-AED3-B98324C04A77}" dt="2026-07-21T03:53:36.833" v="4521" actId="1076"/>
          <ac:picMkLst>
            <pc:docMk/>
            <pc:sldMk cId="654384886" sldId="285"/>
            <ac:picMk id="10" creationId="{16511D77-0EE2-A80F-9A9E-9D4C18970B23}"/>
          </ac:picMkLst>
        </pc:picChg>
      </pc:sldChg>
      <pc:sldChg chg="addSp delSp modSp new mod">
        <pc:chgData name="宜軒 謝" userId="2eb2341147ac0da6" providerId="LiveId" clId="{3C637DDA-15F1-4277-AED3-B98324C04A77}" dt="2026-07-21T04:05:41.030" v="4882" actId="13926"/>
        <pc:sldMkLst>
          <pc:docMk/>
          <pc:sldMk cId="830799667" sldId="286"/>
        </pc:sldMkLst>
        <pc:spChg chg="mod">
          <ac:chgData name="宜軒 謝" userId="2eb2341147ac0da6" providerId="LiveId" clId="{3C637DDA-15F1-4277-AED3-B98324C04A77}" dt="2026-07-21T04:02:09.094" v="4754" actId="1076"/>
          <ac:spMkLst>
            <pc:docMk/>
            <pc:sldMk cId="830799667" sldId="286"/>
            <ac:spMk id="2" creationId="{62240B09-174C-FCD3-971F-AE0E9452F747}"/>
          </ac:spMkLst>
        </pc:spChg>
        <pc:spChg chg="del">
          <ac:chgData name="宜軒 謝" userId="2eb2341147ac0da6" providerId="LiveId" clId="{3C637DDA-15F1-4277-AED3-B98324C04A77}" dt="2026-07-21T04:01:01.048" v="4692" actId="22"/>
          <ac:spMkLst>
            <pc:docMk/>
            <pc:sldMk cId="830799667" sldId="286"/>
            <ac:spMk id="4" creationId="{51CE0C74-B100-A78B-5605-1C59C9FBAB89}"/>
          </ac:spMkLst>
        </pc:spChg>
        <pc:spChg chg="del">
          <ac:chgData name="宜軒 謝" userId="2eb2341147ac0da6" providerId="LiveId" clId="{3C637DDA-15F1-4277-AED3-B98324C04A77}" dt="2026-07-21T04:00:57.471" v="4691" actId="478"/>
          <ac:spMkLst>
            <pc:docMk/>
            <pc:sldMk cId="830799667" sldId="286"/>
            <ac:spMk id="5" creationId="{AC7F40CD-95E1-0062-E699-83D7C37E8B6B}"/>
          </ac:spMkLst>
        </pc:spChg>
        <pc:spChg chg="add mod">
          <ac:chgData name="宜軒 謝" userId="2eb2341147ac0da6" providerId="LiveId" clId="{3C637DDA-15F1-4277-AED3-B98324C04A77}" dt="2026-07-21T04:02:19.828" v="4756" actId="1076"/>
          <ac:spMkLst>
            <pc:docMk/>
            <pc:sldMk cId="830799667" sldId="286"/>
            <ac:spMk id="8" creationId="{2F1E1DEE-8E8E-9E3D-6A49-5471DC8023C6}"/>
          </ac:spMkLst>
        </pc:spChg>
        <pc:spChg chg="add mod">
          <ac:chgData name="宜軒 謝" userId="2eb2341147ac0da6" providerId="LiveId" clId="{3C637DDA-15F1-4277-AED3-B98324C04A77}" dt="2026-07-21T04:05:41.030" v="4882" actId="13926"/>
          <ac:spMkLst>
            <pc:docMk/>
            <pc:sldMk cId="830799667" sldId="286"/>
            <ac:spMk id="12" creationId="{85546BC8-1EB0-5EE4-6AB7-08F3E57BF47B}"/>
          </ac:spMkLst>
        </pc:spChg>
        <pc:picChg chg="add mod ord">
          <ac:chgData name="宜軒 謝" userId="2eb2341147ac0da6" providerId="LiveId" clId="{3C637DDA-15F1-4277-AED3-B98324C04A77}" dt="2026-07-21T04:02:14.762" v="4755" actId="1076"/>
          <ac:picMkLst>
            <pc:docMk/>
            <pc:sldMk cId="830799667" sldId="286"/>
            <ac:picMk id="7" creationId="{B3650E36-70C1-C9F5-6431-B027593C9452}"/>
          </ac:picMkLst>
        </pc:picChg>
        <pc:picChg chg="add mod">
          <ac:chgData name="宜軒 謝" userId="2eb2341147ac0da6" providerId="LiveId" clId="{3C637DDA-15F1-4277-AED3-B98324C04A77}" dt="2026-07-21T04:03:09.182" v="4758" actId="1076"/>
          <ac:picMkLst>
            <pc:docMk/>
            <pc:sldMk cId="830799667" sldId="286"/>
            <ac:picMk id="10" creationId="{6C5BA159-8055-AAC0-2D0B-449A69260719}"/>
          </ac:picMkLst>
        </pc:picChg>
      </pc:sldChg>
      <pc:sldChg chg="addSp delSp modSp new mod">
        <pc:chgData name="宜軒 謝" userId="2eb2341147ac0da6" providerId="LiveId" clId="{3C637DDA-15F1-4277-AED3-B98324C04A77}" dt="2026-07-21T04:21:48.580" v="5380" actId="20577"/>
        <pc:sldMkLst>
          <pc:docMk/>
          <pc:sldMk cId="2929535225" sldId="287"/>
        </pc:sldMkLst>
        <pc:spChg chg="mod">
          <ac:chgData name="宜軒 謝" userId="2eb2341147ac0da6" providerId="LiveId" clId="{3C637DDA-15F1-4277-AED3-B98324C04A77}" dt="2026-07-21T04:21:48.580" v="5380" actId="20577"/>
          <ac:spMkLst>
            <pc:docMk/>
            <pc:sldMk cId="2929535225" sldId="287"/>
            <ac:spMk id="2" creationId="{DDD2F1EB-A12F-A97E-8878-09EA43F1F51F}"/>
          </ac:spMkLst>
        </pc:spChg>
        <pc:spChg chg="mod">
          <ac:chgData name="宜軒 謝" userId="2eb2341147ac0da6" providerId="LiveId" clId="{3C637DDA-15F1-4277-AED3-B98324C04A77}" dt="2026-07-21T04:20:23.872" v="5354" actId="6549"/>
          <ac:spMkLst>
            <pc:docMk/>
            <pc:sldMk cId="2929535225" sldId="287"/>
            <ac:spMk id="4" creationId="{2CA5C488-F29B-D84C-CD7D-C462178DF784}"/>
          </ac:spMkLst>
        </pc:spChg>
        <pc:spChg chg="del">
          <ac:chgData name="宜軒 謝" userId="2eb2341147ac0da6" providerId="LiveId" clId="{3C637DDA-15F1-4277-AED3-B98324C04A77}" dt="2026-07-21T04:07:25.948" v="4899" actId="478"/>
          <ac:spMkLst>
            <pc:docMk/>
            <pc:sldMk cId="2929535225" sldId="287"/>
            <ac:spMk id="5" creationId="{3EF5B61E-7676-1C2C-6E94-87B9F3EE1967}"/>
          </ac:spMkLst>
        </pc:spChg>
        <pc:picChg chg="add mod">
          <ac:chgData name="宜軒 謝" userId="2eb2341147ac0da6" providerId="LiveId" clId="{3C637DDA-15F1-4277-AED3-B98324C04A77}" dt="2026-07-21T04:19:43.210" v="5343" actId="14100"/>
          <ac:picMkLst>
            <pc:docMk/>
            <pc:sldMk cId="2929535225" sldId="287"/>
            <ac:picMk id="7" creationId="{580921E4-7DA1-8AB6-BB54-A7C0FDF57675}"/>
          </ac:picMkLst>
        </pc:picChg>
        <pc:picChg chg="add mod">
          <ac:chgData name="宜軒 謝" userId="2eb2341147ac0da6" providerId="LiveId" clId="{3C637DDA-15F1-4277-AED3-B98324C04A77}" dt="2026-07-21T04:21:04.829" v="5355" actId="1076"/>
          <ac:picMkLst>
            <pc:docMk/>
            <pc:sldMk cId="2929535225" sldId="287"/>
            <ac:picMk id="9" creationId="{AB95B9D0-E91A-E23C-D822-D05430D0FF0E}"/>
          </ac:picMkLst>
        </pc:picChg>
        <pc:picChg chg="add mod">
          <ac:chgData name="宜軒 謝" userId="2eb2341147ac0da6" providerId="LiveId" clId="{3C637DDA-15F1-4277-AED3-B98324C04A77}" dt="2026-07-21T04:20:16.876" v="5349" actId="1076"/>
          <ac:picMkLst>
            <pc:docMk/>
            <pc:sldMk cId="2929535225" sldId="287"/>
            <ac:picMk id="11" creationId="{C173BBD5-D1F9-D87D-5E7F-E711CE8860F3}"/>
          </ac:picMkLst>
        </pc:picChg>
      </pc:sldChg>
      <pc:sldChg chg="addSp delSp modSp new mod">
        <pc:chgData name="宜軒 謝" userId="2eb2341147ac0da6" providerId="LiveId" clId="{3C637DDA-15F1-4277-AED3-B98324C04A77}" dt="2026-07-21T04:30:10.745" v="5702" actId="1076"/>
        <pc:sldMkLst>
          <pc:docMk/>
          <pc:sldMk cId="3973402522" sldId="288"/>
        </pc:sldMkLst>
        <pc:spChg chg="mod">
          <ac:chgData name="宜軒 謝" userId="2eb2341147ac0da6" providerId="LiveId" clId="{3C637DDA-15F1-4277-AED3-B98324C04A77}" dt="2026-07-21T04:23:24.162" v="5411" actId="14100"/>
          <ac:spMkLst>
            <pc:docMk/>
            <pc:sldMk cId="3973402522" sldId="288"/>
            <ac:spMk id="2" creationId="{C9F15815-D293-1EC0-484A-8C22DD26BEDC}"/>
          </ac:spMkLst>
        </pc:spChg>
        <pc:spChg chg="mod">
          <ac:chgData name="宜軒 謝" userId="2eb2341147ac0da6" providerId="LiveId" clId="{3C637DDA-15F1-4277-AED3-B98324C04A77}" dt="2026-07-21T04:29:36.768" v="5700"/>
          <ac:spMkLst>
            <pc:docMk/>
            <pc:sldMk cId="3973402522" sldId="288"/>
            <ac:spMk id="4" creationId="{54DD5BFA-BCC9-9279-83E9-25B287EF9D1B}"/>
          </ac:spMkLst>
        </pc:spChg>
        <pc:spChg chg="del">
          <ac:chgData name="宜軒 謝" userId="2eb2341147ac0da6" providerId="LiveId" clId="{3C637DDA-15F1-4277-AED3-B98324C04A77}" dt="2026-07-21T04:23:35.469" v="5412" actId="478"/>
          <ac:spMkLst>
            <pc:docMk/>
            <pc:sldMk cId="3973402522" sldId="288"/>
            <ac:spMk id="5" creationId="{DCD83390-EE83-685D-F452-1F22B3EC19A5}"/>
          </ac:spMkLst>
        </pc:spChg>
        <pc:picChg chg="add mod">
          <ac:chgData name="宜軒 謝" userId="2eb2341147ac0da6" providerId="LiveId" clId="{3C637DDA-15F1-4277-AED3-B98324C04A77}" dt="2026-07-21T04:30:10.745" v="5702" actId="1076"/>
          <ac:picMkLst>
            <pc:docMk/>
            <pc:sldMk cId="3973402522" sldId="288"/>
            <ac:picMk id="7" creationId="{FF81FE1C-22E2-E821-E15D-0C4922502D11}"/>
          </ac:picMkLst>
        </pc:picChg>
      </pc:sldChg>
      <pc:sldChg chg="addSp delSp modSp new mod">
        <pc:chgData name="宜軒 謝" userId="2eb2341147ac0da6" providerId="LiveId" clId="{3C637DDA-15F1-4277-AED3-B98324C04A77}" dt="2026-07-21T04:48:07.856" v="5827"/>
        <pc:sldMkLst>
          <pc:docMk/>
          <pc:sldMk cId="840780035" sldId="289"/>
        </pc:sldMkLst>
        <pc:spChg chg="mod">
          <ac:chgData name="宜軒 謝" userId="2eb2341147ac0da6" providerId="LiveId" clId="{3C637DDA-15F1-4277-AED3-B98324C04A77}" dt="2026-07-21T04:48:07.856" v="5827"/>
          <ac:spMkLst>
            <pc:docMk/>
            <pc:sldMk cId="840780035" sldId="289"/>
            <ac:spMk id="2" creationId="{D9D0C19A-0E49-2338-BA6F-6985F49FD5F0}"/>
          </ac:spMkLst>
        </pc:spChg>
        <pc:spChg chg="del">
          <ac:chgData name="宜軒 謝" userId="2eb2341147ac0da6" providerId="LiveId" clId="{3C637DDA-15F1-4277-AED3-B98324C04A77}" dt="2026-07-21T04:35:37.311" v="5707" actId="22"/>
          <ac:spMkLst>
            <pc:docMk/>
            <pc:sldMk cId="840780035" sldId="289"/>
            <ac:spMk id="4" creationId="{F68EC5C3-D3DB-321A-6A4F-9DA03E4C4BF3}"/>
          </ac:spMkLst>
        </pc:spChg>
        <pc:spChg chg="del">
          <ac:chgData name="宜軒 謝" userId="2eb2341147ac0da6" providerId="LiveId" clId="{3C637DDA-15F1-4277-AED3-B98324C04A77}" dt="2026-07-21T04:47:03.585" v="5749" actId="478"/>
          <ac:spMkLst>
            <pc:docMk/>
            <pc:sldMk cId="840780035" sldId="289"/>
            <ac:spMk id="5" creationId="{87B7B792-D8D2-2524-541A-731CDD33D926}"/>
          </ac:spMkLst>
        </pc:spChg>
        <pc:picChg chg="add mod ord">
          <ac:chgData name="宜軒 謝" userId="2eb2341147ac0da6" providerId="LiveId" clId="{3C637DDA-15F1-4277-AED3-B98324C04A77}" dt="2026-07-21T04:35:49.655" v="5710" actId="1076"/>
          <ac:picMkLst>
            <pc:docMk/>
            <pc:sldMk cId="840780035" sldId="289"/>
            <ac:picMk id="7" creationId="{3F3E27FA-E902-9067-AFEB-26F7926338A7}"/>
          </ac:picMkLst>
        </pc:picChg>
      </pc:sldChg>
      <pc:sldChg chg="addSp delSp modSp new mod">
        <pc:chgData name="宜軒 謝" userId="2eb2341147ac0da6" providerId="LiveId" clId="{3C637DDA-15F1-4277-AED3-B98324C04A77}" dt="2026-07-21T04:51:10.969" v="5898"/>
        <pc:sldMkLst>
          <pc:docMk/>
          <pc:sldMk cId="3754438645" sldId="290"/>
        </pc:sldMkLst>
        <pc:spChg chg="mod">
          <ac:chgData name="宜軒 謝" userId="2eb2341147ac0da6" providerId="LiveId" clId="{3C637DDA-15F1-4277-AED3-B98324C04A77}" dt="2026-07-21T04:50:00.229" v="5834" actId="14100"/>
          <ac:spMkLst>
            <pc:docMk/>
            <pc:sldMk cId="3754438645" sldId="290"/>
            <ac:spMk id="2" creationId="{A781F91D-344A-6011-D70C-3DB2796C193F}"/>
          </ac:spMkLst>
        </pc:spChg>
        <pc:spChg chg="del mod">
          <ac:chgData name="宜軒 謝" userId="2eb2341147ac0da6" providerId="LiveId" clId="{3C637DDA-15F1-4277-AED3-B98324C04A77}" dt="2026-07-21T04:49:20.645" v="5830" actId="22"/>
          <ac:spMkLst>
            <pc:docMk/>
            <pc:sldMk cId="3754438645" sldId="290"/>
            <ac:spMk id="4" creationId="{3A1DAD6B-67DD-87F8-45A7-736D361D1F10}"/>
          </ac:spMkLst>
        </pc:spChg>
        <pc:spChg chg="del">
          <ac:chgData name="宜軒 謝" userId="2eb2341147ac0da6" providerId="LiveId" clId="{3C637DDA-15F1-4277-AED3-B98324C04A77}" dt="2026-07-21T04:49:08.428" v="5828" actId="478"/>
          <ac:spMkLst>
            <pc:docMk/>
            <pc:sldMk cId="3754438645" sldId="290"/>
            <ac:spMk id="5" creationId="{5E960966-22AD-08F0-FF37-9C53ACB258E2}"/>
          </ac:spMkLst>
        </pc:spChg>
        <pc:spChg chg="add mod">
          <ac:chgData name="宜軒 謝" userId="2eb2341147ac0da6" providerId="LiveId" clId="{3C637DDA-15F1-4277-AED3-B98324C04A77}" dt="2026-07-21T04:51:10.969" v="5898"/>
          <ac:spMkLst>
            <pc:docMk/>
            <pc:sldMk cId="3754438645" sldId="290"/>
            <ac:spMk id="8" creationId="{B6FEC18E-CCCA-6016-069C-4F50D4AE33CD}"/>
          </ac:spMkLst>
        </pc:spChg>
        <pc:picChg chg="add mod ord">
          <ac:chgData name="宜軒 謝" userId="2eb2341147ac0da6" providerId="LiveId" clId="{3C637DDA-15F1-4277-AED3-B98324C04A77}" dt="2026-07-21T04:50:11.111" v="5835" actId="1076"/>
          <ac:picMkLst>
            <pc:docMk/>
            <pc:sldMk cId="3754438645" sldId="290"/>
            <ac:picMk id="7" creationId="{1D884C69-1919-7550-F259-419A23ED7739}"/>
          </ac:picMkLst>
        </pc:picChg>
      </pc:sldChg>
      <pc:sldChg chg="addSp delSp modSp new mod">
        <pc:chgData name="宜軒 謝" userId="2eb2341147ac0da6" providerId="LiveId" clId="{3C637DDA-15F1-4277-AED3-B98324C04A77}" dt="2026-07-21T05:49:12.136" v="6318" actId="20577"/>
        <pc:sldMkLst>
          <pc:docMk/>
          <pc:sldMk cId="187238833" sldId="291"/>
        </pc:sldMkLst>
        <pc:spChg chg="mod">
          <ac:chgData name="宜軒 謝" userId="2eb2341147ac0da6" providerId="LiveId" clId="{3C637DDA-15F1-4277-AED3-B98324C04A77}" dt="2026-07-21T05:23:06.936" v="6268" actId="14100"/>
          <ac:spMkLst>
            <pc:docMk/>
            <pc:sldMk cId="187238833" sldId="291"/>
            <ac:spMk id="2" creationId="{F4F73CA6-6A06-0B0D-643A-B5C0561DD6BC}"/>
          </ac:spMkLst>
        </pc:spChg>
        <pc:spChg chg="mod">
          <ac:chgData name="宜軒 謝" userId="2eb2341147ac0da6" providerId="LiveId" clId="{3C637DDA-15F1-4277-AED3-B98324C04A77}" dt="2026-07-21T05:23:13.706" v="6269" actId="1076"/>
          <ac:spMkLst>
            <pc:docMk/>
            <pc:sldMk cId="187238833" sldId="291"/>
            <ac:spMk id="4" creationId="{9F5406CD-366E-C503-41D1-34E858415B80}"/>
          </ac:spMkLst>
        </pc:spChg>
        <pc:spChg chg="mod">
          <ac:chgData name="宜軒 謝" userId="2eb2341147ac0da6" providerId="LiveId" clId="{3C637DDA-15F1-4277-AED3-B98324C04A77}" dt="2026-07-21T05:49:12.136" v="6318" actId="20577"/>
          <ac:spMkLst>
            <pc:docMk/>
            <pc:sldMk cId="187238833" sldId="291"/>
            <ac:spMk id="5" creationId="{E6FB33FA-AAA1-9F63-6BF5-BDBDC96EC5DF}"/>
          </ac:spMkLst>
        </pc:spChg>
        <pc:picChg chg="add del mod modCrop">
          <ac:chgData name="宜軒 謝" userId="2eb2341147ac0da6" providerId="LiveId" clId="{3C637DDA-15F1-4277-AED3-B98324C04A77}" dt="2026-07-21T05:22:40.174" v="6264" actId="478"/>
          <ac:picMkLst>
            <pc:docMk/>
            <pc:sldMk cId="187238833" sldId="291"/>
            <ac:picMk id="7" creationId="{9897458A-C9F3-BC3D-33C0-C4CCEF0EF0C9}"/>
          </ac:picMkLst>
        </pc:picChg>
        <pc:picChg chg="add mod">
          <ac:chgData name="宜軒 謝" userId="2eb2341147ac0da6" providerId="LiveId" clId="{3C637DDA-15F1-4277-AED3-B98324C04A77}" dt="2026-07-21T05:23:21.828" v="6270" actId="1076"/>
          <ac:picMkLst>
            <pc:docMk/>
            <pc:sldMk cId="187238833" sldId="291"/>
            <ac:picMk id="9" creationId="{18E01BB8-E364-2FE0-BA4F-CD04DE1BF3D9}"/>
          </ac:picMkLst>
        </pc:picChg>
        <pc:picChg chg="add del mod">
          <ac:chgData name="宜軒 謝" userId="2eb2341147ac0da6" providerId="LiveId" clId="{3C637DDA-15F1-4277-AED3-B98324C04A77}" dt="2026-07-21T05:48:57.092" v="6315" actId="478"/>
          <ac:picMkLst>
            <pc:docMk/>
            <pc:sldMk cId="187238833" sldId="291"/>
            <ac:picMk id="11" creationId="{8AA87F7D-D614-F986-D9F0-34DF9E47E183}"/>
          </ac:picMkLst>
        </pc:picChg>
        <pc:picChg chg="add mod">
          <ac:chgData name="宜軒 謝" userId="2eb2341147ac0da6" providerId="LiveId" clId="{3C637DDA-15F1-4277-AED3-B98324C04A77}" dt="2026-07-21T05:49:07.149" v="6317" actId="1076"/>
          <ac:picMkLst>
            <pc:docMk/>
            <pc:sldMk cId="187238833" sldId="291"/>
            <ac:picMk id="13" creationId="{26F11761-627E-4693-4096-94E97291E356}"/>
          </ac:picMkLst>
        </pc:picChg>
      </pc:sldChg>
      <pc:sldChg chg="delSp modSp new mod">
        <pc:chgData name="宜軒 謝" userId="2eb2341147ac0da6" providerId="LiveId" clId="{3C637DDA-15F1-4277-AED3-B98324C04A77}" dt="2026-07-21T07:03:09.201" v="6515" actId="20577"/>
        <pc:sldMkLst>
          <pc:docMk/>
          <pc:sldMk cId="2228661134" sldId="292"/>
        </pc:sldMkLst>
        <pc:spChg chg="mod">
          <ac:chgData name="宜軒 謝" userId="2eb2341147ac0da6" providerId="LiveId" clId="{3C637DDA-15F1-4277-AED3-B98324C04A77}" dt="2026-07-21T07:01:01.522" v="6505" actId="14100"/>
          <ac:spMkLst>
            <pc:docMk/>
            <pc:sldMk cId="2228661134" sldId="292"/>
            <ac:spMk id="2" creationId="{F6C522D6-3DE1-E298-F152-0AF2BC6176F2}"/>
          </ac:spMkLst>
        </pc:spChg>
        <pc:spChg chg="mod">
          <ac:chgData name="宜軒 謝" userId="2eb2341147ac0da6" providerId="LiveId" clId="{3C637DDA-15F1-4277-AED3-B98324C04A77}" dt="2026-07-21T07:03:09.201" v="6515" actId="20577"/>
          <ac:spMkLst>
            <pc:docMk/>
            <pc:sldMk cId="2228661134" sldId="292"/>
            <ac:spMk id="4" creationId="{B78CCF70-D624-BC05-FD4B-CE09DCCBCC6E}"/>
          </ac:spMkLst>
        </pc:spChg>
        <pc:spChg chg="del">
          <ac:chgData name="宜軒 謝" userId="2eb2341147ac0da6" providerId="LiveId" clId="{3C637DDA-15F1-4277-AED3-B98324C04A77}" dt="2026-07-21T07:00:07.178" v="6469" actId="478"/>
          <ac:spMkLst>
            <pc:docMk/>
            <pc:sldMk cId="2228661134" sldId="292"/>
            <ac:spMk id="5" creationId="{E6CF9CE3-ABCB-14B9-8AE9-4E5D95A71F12}"/>
          </ac:spMkLst>
        </pc:spChg>
      </pc:sldChg>
      <pc:sldChg chg="add ord">
        <pc:chgData name="宜軒 謝" userId="2eb2341147ac0da6" providerId="LiveId" clId="{3C637DDA-15F1-4277-AED3-B98324C04A77}" dt="2026-07-21T06:48:08.414" v="6467"/>
        <pc:sldMkLst>
          <pc:docMk/>
          <pc:sldMk cId="0" sldId="293"/>
        </pc:sldMkLst>
      </pc:sldChg>
      <pc:sldChg chg="delSp modSp new mod">
        <pc:chgData name="宜軒 謝" userId="2eb2341147ac0da6" providerId="LiveId" clId="{3C637DDA-15F1-4277-AED3-B98324C04A77}" dt="2026-07-21T07:18:22.121" v="6641" actId="13926"/>
        <pc:sldMkLst>
          <pc:docMk/>
          <pc:sldMk cId="3731264469" sldId="294"/>
        </pc:sldMkLst>
        <pc:spChg chg="mod">
          <ac:chgData name="宜軒 謝" userId="2eb2341147ac0da6" providerId="LiveId" clId="{3C637DDA-15F1-4277-AED3-B98324C04A77}" dt="2026-07-21T07:14:50.934" v="6618" actId="14100"/>
          <ac:spMkLst>
            <pc:docMk/>
            <pc:sldMk cId="3731264469" sldId="294"/>
            <ac:spMk id="2" creationId="{6A436005-9932-4BD9-D830-1B23132F40D3}"/>
          </ac:spMkLst>
        </pc:spChg>
        <pc:spChg chg="mod">
          <ac:chgData name="宜軒 謝" userId="2eb2341147ac0da6" providerId="LiveId" clId="{3C637DDA-15F1-4277-AED3-B98324C04A77}" dt="2026-07-21T07:18:22.121" v="6641" actId="13926"/>
          <ac:spMkLst>
            <pc:docMk/>
            <pc:sldMk cId="3731264469" sldId="294"/>
            <ac:spMk id="4" creationId="{4D565B7B-C746-2A2C-5703-78A844169E37}"/>
          </ac:spMkLst>
        </pc:spChg>
        <pc:spChg chg="del">
          <ac:chgData name="宜軒 謝" userId="2eb2341147ac0da6" providerId="LiveId" clId="{3C637DDA-15F1-4277-AED3-B98324C04A77}" dt="2026-07-21T07:13:14.192" v="6523" actId="478"/>
          <ac:spMkLst>
            <pc:docMk/>
            <pc:sldMk cId="3731264469" sldId="294"/>
            <ac:spMk id="5" creationId="{A15030FE-8011-70AB-AD62-3ADA8EDE30CD}"/>
          </ac:spMkLst>
        </pc:spChg>
      </pc:sldChg>
      <pc:sldChg chg="addSp delSp modSp new mod">
        <pc:chgData name="宜軒 謝" userId="2eb2341147ac0da6" providerId="LiveId" clId="{3C637DDA-15F1-4277-AED3-B98324C04A77}" dt="2026-07-21T10:52:47.933" v="6823" actId="1076"/>
        <pc:sldMkLst>
          <pc:docMk/>
          <pc:sldMk cId="3653639114" sldId="295"/>
        </pc:sldMkLst>
        <pc:spChg chg="mod">
          <ac:chgData name="宜軒 謝" userId="2eb2341147ac0da6" providerId="LiveId" clId="{3C637DDA-15F1-4277-AED3-B98324C04A77}" dt="2026-07-21T08:25:43.516" v="6771" actId="1076"/>
          <ac:spMkLst>
            <pc:docMk/>
            <pc:sldMk cId="3653639114" sldId="295"/>
            <ac:spMk id="2" creationId="{8A3CDE4A-9D5D-6E5C-C789-3A23B9CAA1C3}"/>
          </ac:spMkLst>
        </pc:spChg>
        <pc:spChg chg="del mod">
          <ac:chgData name="宜軒 謝" userId="2eb2341147ac0da6" providerId="LiveId" clId="{3C637DDA-15F1-4277-AED3-B98324C04A77}" dt="2026-07-21T08:25:52.788" v="6773" actId="22"/>
          <ac:spMkLst>
            <pc:docMk/>
            <pc:sldMk cId="3653639114" sldId="295"/>
            <ac:spMk id="4" creationId="{9A2A4E2F-5DE6-4C5C-EE7C-3221071C88DE}"/>
          </ac:spMkLst>
        </pc:spChg>
        <pc:spChg chg="del">
          <ac:chgData name="宜軒 謝" userId="2eb2341147ac0da6" providerId="LiveId" clId="{3C637DDA-15F1-4277-AED3-B98324C04A77}" dt="2026-07-21T08:25:31.941" v="6769" actId="478"/>
          <ac:spMkLst>
            <pc:docMk/>
            <pc:sldMk cId="3653639114" sldId="295"/>
            <ac:spMk id="5" creationId="{C0A80719-CDBD-9301-A716-09CB2D392314}"/>
          </ac:spMkLst>
        </pc:spChg>
        <pc:spChg chg="add mod">
          <ac:chgData name="宜軒 謝" userId="2eb2341147ac0da6" providerId="LiveId" clId="{3C637DDA-15F1-4277-AED3-B98324C04A77}" dt="2026-07-21T10:52:47.933" v="6823" actId="1076"/>
          <ac:spMkLst>
            <pc:docMk/>
            <pc:sldMk cId="3653639114" sldId="295"/>
            <ac:spMk id="30" creationId="{4F443DDC-A741-F64F-01A0-E94799829652}"/>
          </ac:spMkLst>
        </pc:spChg>
        <pc:picChg chg="add mod ord">
          <ac:chgData name="宜軒 謝" userId="2eb2341147ac0da6" providerId="LiveId" clId="{3C637DDA-15F1-4277-AED3-B98324C04A77}" dt="2026-07-21T08:26:23.978" v="6776" actId="14100"/>
          <ac:picMkLst>
            <pc:docMk/>
            <pc:sldMk cId="3653639114" sldId="295"/>
            <ac:picMk id="7" creationId="{1CFD6DEC-F622-420D-233B-EC9600971450}"/>
          </ac:picMkLst>
        </pc:picChg>
        <pc:inkChg chg="add del">
          <ac:chgData name="宜軒 謝" userId="2eb2341147ac0da6" providerId="LiveId" clId="{3C637DDA-15F1-4277-AED3-B98324C04A77}" dt="2026-07-21T10:49:08.268" v="6778"/>
          <ac:inkMkLst>
            <pc:docMk/>
            <pc:sldMk cId="3653639114" sldId="295"/>
            <ac:inkMk id="8" creationId="{43DDF4CC-772D-8EC8-AB5E-1697B1D71EB3}"/>
          </ac:inkMkLst>
        </pc:inkChg>
        <pc:inkChg chg="add">
          <ac:chgData name="宜軒 謝" userId="2eb2341147ac0da6" providerId="LiveId" clId="{3C637DDA-15F1-4277-AED3-B98324C04A77}" dt="2026-07-21T10:49:08.268" v="6778"/>
          <ac:inkMkLst>
            <pc:docMk/>
            <pc:sldMk cId="3653639114" sldId="295"/>
            <ac:inkMk id="9" creationId="{3A7793C4-28A7-1FE6-D7D5-6B9E94791B95}"/>
          </ac:inkMkLst>
        </pc:inkChg>
        <pc:inkChg chg="add">
          <ac:chgData name="宜軒 謝" userId="2eb2341147ac0da6" providerId="LiveId" clId="{3C637DDA-15F1-4277-AED3-B98324C04A77}" dt="2026-07-21T10:49:11.001" v="6779" actId="9405"/>
          <ac:inkMkLst>
            <pc:docMk/>
            <pc:sldMk cId="3653639114" sldId="295"/>
            <ac:inkMk id="10" creationId="{4D7C0B7F-2A41-915F-6A4A-CE1AA20EE12B}"/>
          </ac:inkMkLst>
        </pc:inkChg>
        <pc:inkChg chg="add del">
          <ac:chgData name="宜軒 謝" userId="2eb2341147ac0da6" providerId="LiveId" clId="{3C637DDA-15F1-4277-AED3-B98324C04A77}" dt="2026-07-21T10:49:13.817" v="6781"/>
          <ac:inkMkLst>
            <pc:docMk/>
            <pc:sldMk cId="3653639114" sldId="295"/>
            <ac:inkMk id="11" creationId="{0465B021-477A-794A-1F9F-BCA6A6673DA0}"/>
          </ac:inkMkLst>
        </pc:inkChg>
        <pc:inkChg chg="add">
          <ac:chgData name="宜軒 謝" userId="2eb2341147ac0da6" providerId="LiveId" clId="{3C637DDA-15F1-4277-AED3-B98324C04A77}" dt="2026-07-21T10:49:13.817" v="6781"/>
          <ac:inkMkLst>
            <pc:docMk/>
            <pc:sldMk cId="3653639114" sldId="295"/>
            <ac:inkMk id="12" creationId="{179C4647-E252-E256-E2BE-5BE5C2CC5750}"/>
          </ac:inkMkLst>
        </pc:inkChg>
        <pc:inkChg chg="add del">
          <ac:chgData name="宜軒 謝" userId="2eb2341147ac0da6" providerId="LiveId" clId="{3C637DDA-15F1-4277-AED3-B98324C04A77}" dt="2026-07-21T10:49:28.022" v="6783"/>
          <ac:inkMkLst>
            <pc:docMk/>
            <pc:sldMk cId="3653639114" sldId="295"/>
            <ac:inkMk id="13" creationId="{E3C6F85A-BBAC-157E-447C-3A3166147C4B}"/>
          </ac:inkMkLst>
        </pc:inkChg>
        <pc:inkChg chg="add">
          <ac:chgData name="宜軒 謝" userId="2eb2341147ac0da6" providerId="LiveId" clId="{3C637DDA-15F1-4277-AED3-B98324C04A77}" dt="2026-07-21T10:49:28.022" v="6783"/>
          <ac:inkMkLst>
            <pc:docMk/>
            <pc:sldMk cId="3653639114" sldId="295"/>
            <ac:inkMk id="14" creationId="{9E108FDA-6A20-4155-5EE4-41BD4FC783F6}"/>
          </ac:inkMkLst>
        </pc:inkChg>
        <pc:inkChg chg="add del">
          <ac:chgData name="宜軒 謝" userId="2eb2341147ac0da6" providerId="LiveId" clId="{3C637DDA-15F1-4277-AED3-B98324C04A77}" dt="2026-07-21T10:49:30.879" v="6785"/>
          <ac:inkMkLst>
            <pc:docMk/>
            <pc:sldMk cId="3653639114" sldId="295"/>
            <ac:inkMk id="15" creationId="{39629C2F-C370-0565-F356-77A80B2D85CD}"/>
          </ac:inkMkLst>
        </pc:inkChg>
        <pc:inkChg chg="add">
          <ac:chgData name="宜軒 謝" userId="2eb2341147ac0da6" providerId="LiveId" clId="{3C637DDA-15F1-4277-AED3-B98324C04A77}" dt="2026-07-21T10:49:30.879" v="6785"/>
          <ac:inkMkLst>
            <pc:docMk/>
            <pc:sldMk cId="3653639114" sldId="295"/>
            <ac:inkMk id="16" creationId="{672C7B32-C47F-1709-5CE8-8B4E49649409}"/>
          </ac:inkMkLst>
        </pc:inkChg>
        <pc:inkChg chg="add">
          <ac:chgData name="宜軒 謝" userId="2eb2341147ac0da6" providerId="LiveId" clId="{3C637DDA-15F1-4277-AED3-B98324C04A77}" dt="2026-07-21T10:49:33.867" v="6786" actId="9405"/>
          <ac:inkMkLst>
            <pc:docMk/>
            <pc:sldMk cId="3653639114" sldId="295"/>
            <ac:inkMk id="17" creationId="{EB961CBE-0F23-0146-A3D0-C530F61BF1FC}"/>
          </ac:inkMkLst>
        </pc:inkChg>
        <pc:inkChg chg="add del">
          <ac:chgData name="宜軒 謝" userId="2eb2341147ac0da6" providerId="LiveId" clId="{3C637DDA-15F1-4277-AED3-B98324C04A77}" dt="2026-07-21T10:49:36.280" v="6788"/>
          <ac:inkMkLst>
            <pc:docMk/>
            <pc:sldMk cId="3653639114" sldId="295"/>
            <ac:inkMk id="18" creationId="{3CD051EF-A58A-FAFE-571A-5E8318D31D65}"/>
          </ac:inkMkLst>
        </pc:inkChg>
        <pc:inkChg chg="add">
          <ac:chgData name="宜軒 謝" userId="2eb2341147ac0da6" providerId="LiveId" clId="{3C637DDA-15F1-4277-AED3-B98324C04A77}" dt="2026-07-21T10:49:36.280" v="6788"/>
          <ac:inkMkLst>
            <pc:docMk/>
            <pc:sldMk cId="3653639114" sldId="295"/>
            <ac:inkMk id="19" creationId="{D5BCCDB7-C07C-9FB0-CE28-B4998B4F36D1}"/>
          </ac:inkMkLst>
        </pc:inkChg>
        <pc:inkChg chg="add del">
          <ac:chgData name="宜軒 謝" userId="2eb2341147ac0da6" providerId="LiveId" clId="{3C637DDA-15F1-4277-AED3-B98324C04A77}" dt="2026-07-21T10:49:38.714" v="6790"/>
          <ac:inkMkLst>
            <pc:docMk/>
            <pc:sldMk cId="3653639114" sldId="295"/>
            <ac:inkMk id="20" creationId="{AF76C8F6-8AA3-83FD-CFED-873E57C4B9BF}"/>
          </ac:inkMkLst>
        </pc:inkChg>
        <pc:inkChg chg="add">
          <ac:chgData name="宜軒 謝" userId="2eb2341147ac0da6" providerId="LiveId" clId="{3C637DDA-15F1-4277-AED3-B98324C04A77}" dt="2026-07-21T10:49:38.714" v="6790"/>
          <ac:inkMkLst>
            <pc:docMk/>
            <pc:sldMk cId="3653639114" sldId="295"/>
            <ac:inkMk id="21" creationId="{09CA4E26-EDFC-D14E-F06B-E0586A95F298}"/>
          </ac:inkMkLst>
        </pc:inkChg>
        <pc:inkChg chg="add del">
          <ac:chgData name="宜軒 謝" userId="2eb2341147ac0da6" providerId="LiveId" clId="{3C637DDA-15F1-4277-AED3-B98324C04A77}" dt="2026-07-21T10:49:43.905" v="6792"/>
          <ac:inkMkLst>
            <pc:docMk/>
            <pc:sldMk cId="3653639114" sldId="295"/>
            <ac:inkMk id="22" creationId="{4AD918E5-9B58-C42E-454E-2C3F75FBE160}"/>
          </ac:inkMkLst>
        </pc:inkChg>
        <pc:inkChg chg="add">
          <ac:chgData name="宜軒 謝" userId="2eb2341147ac0da6" providerId="LiveId" clId="{3C637DDA-15F1-4277-AED3-B98324C04A77}" dt="2026-07-21T10:49:43.905" v="6792"/>
          <ac:inkMkLst>
            <pc:docMk/>
            <pc:sldMk cId="3653639114" sldId="295"/>
            <ac:inkMk id="23" creationId="{C51B6797-4DC8-3EE4-CD84-844DEE2FA2EC}"/>
          </ac:inkMkLst>
        </pc:inkChg>
        <pc:inkChg chg="add del">
          <ac:chgData name="宜軒 謝" userId="2eb2341147ac0da6" providerId="LiveId" clId="{3C637DDA-15F1-4277-AED3-B98324C04A77}" dt="2026-07-21T10:49:47.262" v="6794"/>
          <ac:inkMkLst>
            <pc:docMk/>
            <pc:sldMk cId="3653639114" sldId="295"/>
            <ac:inkMk id="24" creationId="{51686545-292C-5ED9-6259-08794612CB70}"/>
          </ac:inkMkLst>
        </pc:inkChg>
        <pc:inkChg chg="add">
          <ac:chgData name="宜軒 謝" userId="2eb2341147ac0da6" providerId="LiveId" clId="{3C637DDA-15F1-4277-AED3-B98324C04A77}" dt="2026-07-21T10:49:47.262" v="6794"/>
          <ac:inkMkLst>
            <pc:docMk/>
            <pc:sldMk cId="3653639114" sldId="295"/>
            <ac:inkMk id="25" creationId="{0ECDE0DA-0503-DEC2-5542-C278A233FEBA}"/>
          </ac:inkMkLst>
        </pc:inkChg>
        <pc:inkChg chg="add del">
          <ac:chgData name="宜軒 謝" userId="2eb2341147ac0da6" providerId="LiveId" clId="{3C637DDA-15F1-4277-AED3-B98324C04A77}" dt="2026-07-21T10:50:17.797" v="6796"/>
          <ac:inkMkLst>
            <pc:docMk/>
            <pc:sldMk cId="3653639114" sldId="295"/>
            <ac:inkMk id="26" creationId="{72ADB316-5C23-12D6-3152-23291A3A5358}"/>
          </ac:inkMkLst>
        </pc:inkChg>
        <pc:inkChg chg="add">
          <ac:chgData name="宜軒 謝" userId="2eb2341147ac0da6" providerId="LiveId" clId="{3C637DDA-15F1-4277-AED3-B98324C04A77}" dt="2026-07-21T10:50:17.797" v="6796"/>
          <ac:inkMkLst>
            <pc:docMk/>
            <pc:sldMk cId="3653639114" sldId="295"/>
            <ac:inkMk id="27" creationId="{03B17DB8-4505-0C66-B77D-52E9EC111A52}"/>
          </ac:inkMkLst>
        </pc:inkChg>
        <pc:inkChg chg="add del">
          <ac:chgData name="宜軒 謝" userId="2eb2341147ac0da6" providerId="LiveId" clId="{3C637DDA-15F1-4277-AED3-B98324C04A77}" dt="2026-07-21T10:50:22.185" v="6798"/>
          <ac:inkMkLst>
            <pc:docMk/>
            <pc:sldMk cId="3653639114" sldId="295"/>
            <ac:inkMk id="28" creationId="{2ECE8846-F8AD-DBD8-C150-9588D4A10B90}"/>
          </ac:inkMkLst>
        </pc:inkChg>
        <pc:inkChg chg="add">
          <ac:chgData name="宜軒 謝" userId="2eb2341147ac0da6" providerId="LiveId" clId="{3C637DDA-15F1-4277-AED3-B98324C04A77}" dt="2026-07-21T10:50:22.185" v="6798"/>
          <ac:inkMkLst>
            <pc:docMk/>
            <pc:sldMk cId="3653639114" sldId="295"/>
            <ac:inkMk id="29" creationId="{FEF38B9D-61FB-F370-1F92-E22E41A4503B}"/>
          </ac:inkMkLst>
        </pc:inkChg>
      </pc:sldChg>
      <pc:sldChg chg="addSp delSp modSp new del mod">
        <pc:chgData name="宜軒 謝" userId="2eb2341147ac0da6" providerId="LiveId" clId="{3C637DDA-15F1-4277-AED3-B98324C04A77}" dt="2026-07-20T07:45:03.939" v="2581" actId="47"/>
        <pc:sldMkLst>
          <pc:docMk/>
          <pc:sldMk cId="1424073955" sldId="296"/>
        </pc:sldMkLst>
      </pc:sldChg>
      <pc:sldChg chg="modSp add del mod ord">
        <pc:chgData name="宜軒 謝" userId="2eb2341147ac0da6" providerId="LiveId" clId="{3C637DDA-15F1-4277-AED3-B98324C04A77}" dt="2026-07-20T07:44:57.704" v="2575" actId="47"/>
        <pc:sldMkLst>
          <pc:docMk/>
          <pc:sldMk cId="0" sldId="297"/>
        </pc:sldMkLst>
      </pc:sldChg>
      <pc:sldChg chg="modSp add del mod setBg">
        <pc:chgData name="宜軒 謝" userId="2eb2341147ac0da6" providerId="LiveId" clId="{3C637DDA-15F1-4277-AED3-B98324C04A77}" dt="2026-07-20T07:45:01.683" v="2577" actId="47"/>
        <pc:sldMkLst>
          <pc:docMk/>
          <pc:sldMk cId="2868162980" sldId="298"/>
        </pc:sldMkLst>
      </pc:sldChg>
      <pc:sldChg chg="modSp add del mod">
        <pc:chgData name="宜軒 謝" userId="2eb2341147ac0da6" providerId="LiveId" clId="{3C637DDA-15F1-4277-AED3-B98324C04A77}" dt="2026-07-20T07:45:02.243" v="2578" actId="47"/>
        <pc:sldMkLst>
          <pc:docMk/>
          <pc:sldMk cId="2468807320" sldId="299"/>
        </pc:sldMkLst>
      </pc:sldChg>
      <pc:sldChg chg="addSp delSp modSp add del mod modClrScheme chgLayout">
        <pc:chgData name="宜軒 謝" userId="2eb2341147ac0da6" providerId="LiveId" clId="{3C637DDA-15F1-4277-AED3-B98324C04A77}" dt="2026-07-20T07:45:02.771" v="2579" actId="47"/>
        <pc:sldMkLst>
          <pc:docMk/>
          <pc:sldMk cId="4170137885" sldId="300"/>
        </pc:sldMkLst>
      </pc:sldChg>
      <pc:sldChg chg="modSp add del mod">
        <pc:chgData name="宜軒 謝" userId="2eb2341147ac0da6" providerId="LiveId" clId="{3C637DDA-15F1-4277-AED3-B98324C04A77}" dt="2026-07-20T07:45:03.336" v="2580" actId="47"/>
        <pc:sldMkLst>
          <pc:docMk/>
          <pc:sldMk cId="2709133150" sldId="301"/>
        </pc:sldMkLst>
      </pc:sldChg>
      <pc:sldChg chg="addSp delSp modSp new del mod">
        <pc:chgData name="宜軒 謝" userId="2eb2341147ac0da6" providerId="LiveId" clId="{3C637DDA-15F1-4277-AED3-B98324C04A77}" dt="2026-07-20T07:45:04.451" v="2582" actId="47"/>
        <pc:sldMkLst>
          <pc:docMk/>
          <pc:sldMk cId="473351059" sldId="302"/>
        </pc:sldMkLst>
      </pc:sldChg>
      <pc:sldChg chg="modSp new del mod">
        <pc:chgData name="宜軒 謝" userId="2eb2341147ac0da6" providerId="LiveId" clId="{3C637DDA-15F1-4277-AED3-B98324C04A77}" dt="2026-07-20T07:45:05.442" v="2584" actId="47"/>
        <pc:sldMkLst>
          <pc:docMk/>
          <pc:sldMk cId="1853562799" sldId="303"/>
        </pc:sldMkLst>
      </pc:sldChg>
      <pc:sldChg chg="addSp delSp modSp new del mod">
        <pc:chgData name="宜軒 謝" userId="2eb2341147ac0da6" providerId="LiveId" clId="{3C637DDA-15F1-4277-AED3-B98324C04A77}" dt="2026-07-20T07:45:05.985" v="2585" actId="47"/>
        <pc:sldMkLst>
          <pc:docMk/>
          <pc:sldMk cId="4258525603" sldId="304"/>
        </pc:sldMkLst>
      </pc:sldChg>
      <pc:sldChg chg="addSp delSp modSp new del mod">
        <pc:chgData name="宜軒 謝" userId="2eb2341147ac0da6" providerId="LiveId" clId="{3C637DDA-15F1-4277-AED3-B98324C04A77}" dt="2026-07-20T07:45:04.977" v="2583" actId="47"/>
        <pc:sldMkLst>
          <pc:docMk/>
          <pc:sldMk cId="4141086218" sldId="305"/>
        </pc:sldMkLst>
      </pc:sldChg>
      <pc:sldChg chg="addSp delSp modSp new del mod">
        <pc:chgData name="宜軒 謝" userId="2eb2341147ac0da6" providerId="LiveId" clId="{3C637DDA-15F1-4277-AED3-B98324C04A77}" dt="2026-07-20T07:45:06.465" v="2586" actId="47"/>
        <pc:sldMkLst>
          <pc:docMk/>
          <pc:sldMk cId="2029299133" sldId="306"/>
        </pc:sldMkLst>
      </pc:sldChg>
      <pc:sldChg chg="addSp delSp new del mod">
        <pc:chgData name="宜軒 謝" userId="2eb2341147ac0da6" providerId="LiveId" clId="{3C637DDA-15F1-4277-AED3-B98324C04A77}" dt="2026-07-20T07:45:07.094" v="2587" actId="47"/>
        <pc:sldMkLst>
          <pc:docMk/>
          <pc:sldMk cId="824134696" sldId="307"/>
        </pc:sldMkLst>
      </pc:sldChg>
      <pc:sldChg chg="delSp modSp new del mod">
        <pc:chgData name="宜軒 謝" userId="2eb2341147ac0da6" providerId="LiveId" clId="{3C637DDA-15F1-4277-AED3-B98324C04A77}" dt="2026-07-20T07:45:07.602" v="2588" actId="47"/>
        <pc:sldMkLst>
          <pc:docMk/>
          <pc:sldMk cId="752901110" sldId="308"/>
        </pc:sldMkLst>
      </pc:sldChg>
      <pc:sldChg chg="addSp delSp modSp new del mod">
        <pc:chgData name="宜軒 謝" userId="2eb2341147ac0da6" providerId="LiveId" clId="{3C637DDA-15F1-4277-AED3-B98324C04A77}" dt="2026-07-20T07:45:08.276" v="2589" actId="47"/>
        <pc:sldMkLst>
          <pc:docMk/>
          <pc:sldMk cId="580902914" sldId="309"/>
        </pc:sldMkLst>
      </pc:sldChg>
      <pc:sldChg chg="addSp delSp modSp add del mod">
        <pc:chgData name="宜軒 謝" userId="2eb2341147ac0da6" providerId="LiveId" clId="{3C637DDA-15F1-4277-AED3-B98324C04A77}" dt="2026-07-20T07:45:08.866" v="2590" actId="47"/>
        <pc:sldMkLst>
          <pc:docMk/>
          <pc:sldMk cId="1488522404" sldId="310"/>
        </pc:sldMkLst>
      </pc:sldChg>
      <pc:sldChg chg="addSp delSp modSp new del mod">
        <pc:chgData name="宜軒 謝" userId="2eb2341147ac0da6" providerId="LiveId" clId="{3C637DDA-15F1-4277-AED3-B98324C04A77}" dt="2026-07-20T07:45:09.388" v="2591" actId="47"/>
        <pc:sldMkLst>
          <pc:docMk/>
          <pc:sldMk cId="1612935719" sldId="311"/>
        </pc:sldMkLst>
      </pc:sldChg>
      <pc:sldChg chg="addSp delSp modSp new del mod">
        <pc:chgData name="宜軒 謝" userId="2eb2341147ac0da6" providerId="LiveId" clId="{3C637DDA-15F1-4277-AED3-B98324C04A77}" dt="2026-07-20T07:45:10.053" v="2592" actId="47"/>
        <pc:sldMkLst>
          <pc:docMk/>
          <pc:sldMk cId="3656781300" sldId="312"/>
        </pc:sldMkLst>
      </pc:sldChg>
      <pc:sldChg chg="addSp delSp modSp add del mod">
        <pc:chgData name="宜軒 謝" userId="2eb2341147ac0da6" providerId="LiveId" clId="{3C637DDA-15F1-4277-AED3-B98324C04A77}" dt="2026-07-20T07:45:10.839" v="2593" actId="47"/>
        <pc:sldMkLst>
          <pc:docMk/>
          <pc:sldMk cId="789944394" sldId="313"/>
        </pc:sldMkLst>
      </pc:sldChg>
      <pc:sldChg chg="addSp delSp modSp add del mod">
        <pc:chgData name="宜軒 謝" userId="2eb2341147ac0da6" providerId="LiveId" clId="{3C637DDA-15F1-4277-AED3-B98324C04A77}" dt="2026-07-20T07:45:15.227" v="2598" actId="47"/>
        <pc:sldMkLst>
          <pc:docMk/>
          <pc:sldMk cId="3207175166" sldId="315"/>
        </pc:sldMkLst>
      </pc:sldChg>
      <pc:sldChg chg="addSp delSp modSp new del mod ord">
        <pc:chgData name="宜軒 謝" userId="2eb2341147ac0da6" providerId="LiveId" clId="{3C637DDA-15F1-4277-AED3-B98324C04A77}" dt="2026-07-20T07:45:12.636" v="2595" actId="47"/>
        <pc:sldMkLst>
          <pc:docMk/>
          <pc:sldMk cId="1709380200" sldId="316"/>
        </pc:sldMkLst>
      </pc:sldChg>
      <pc:sldChg chg="addSp delSp modSp new del mod">
        <pc:chgData name="宜軒 謝" userId="2eb2341147ac0da6" providerId="LiveId" clId="{3C637DDA-15F1-4277-AED3-B98324C04A77}" dt="2026-07-20T07:45:13.633" v="2596" actId="47"/>
        <pc:sldMkLst>
          <pc:docMk/>
          <pc:sldMk cId="2402303567" sldId="317"/>
        </pc:sldMkLst>
      </pc:sldChg>
      <pc:sldChg chg="addSp delSp modSp add del mod">
        <pc:chgData name="宜軒 謝" userId="2eb2341147ac0da6" providerId="LiveId" clId="{3C637DDA-15F1-4277-AED3-B98324C04A77}" dt="2026-07-20T07:45:14.423" v="2597" actId="47"/>
        <pc:sldMkLst>
          <pc:docMk/>
          <pc:sldMk cId="4152352319" sldId="318"/>
        </pc:sldMkLst>
      </pc:sldChg>
      <pc:sldMasterChg chg="del delSldLayout">
        <pc:chgData name="宜軒 謝" userId="2eb2341147ac0da6" providerId="LiveId" clId="{3C637DDA-15F1-4277-AED3-B98324C04A77}" dt="2026-07-20T07:45:12.028" v="2594" actId="47"/>
        <pc:sldMasterMkLst>
          <pc:docMk/>
          <pc:sldMasterMk cId="368640636" sldId="2147483697"/>
        </pc:sldMasterMkLst>
        <pc:sldLayoutChg chg="del">
          <pc:chgData name="宜軒 謝" userId="2eb2341147ac0da6" providerId="LiveId" clId="{3C637DDA-15F1-4277-AED3-B98324C04A77}" dt="2026-07-20T07:45:12.028" v="2594" actId="47"/>
          <pc:sldLayoutMkLst>
            <pc:docMk/>
            <pc:sldMasterMk cId="368640636" sldId="2147483697"/>
            <pc:sldLayoutMk cId="1793602260" sldId="214748369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8/20/2026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08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23892,'1575'76'0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11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 24575,'5'3'0,"-1"0"0,1 0 0,0 0 0,0-1 0,1 1 0,-1-1 0,0-1 0,1 1 0,0-1 0,-1 1 0,1-2 0,-1 1 0,11-1 0,6 1 0,0-2 0,25-4 0,164-13 0,324 12 0,-277 9 0,1459-3-1365,-1672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13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24309,'1397'-25'0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28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23592,'1295'51'0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30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24140,'1829'0'0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33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47 24575,'337'13'0,"-22"0"0,148 26 0,-300-19 0,175-1 0,-312-20 0,205-6 0,-182 2 0,-1-1 0,81-23 0,-75 13 0,-24 6 0,1 1 0,1 1 0,-1 2 0,43-3 0,-22 6-341,0-1 0,-1-3-1,72-19 1,-106 21-6485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36.2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24176,'1372'127'0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38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24328,'1854'0'0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43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23977,'1168'152'0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49:47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22186,'1600'-25'0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50:17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3106 614 24504,'-1'24'0,"-3"0"0,-2 0 0,-2 0 0,-3 0 0,-2-1 0,-2 1 0,-3-1 0,-2 0 0,-2-1 0,-3 0 0,-1 0 0,-3-1 0,-2 0 0,-2-1 0,-2 0 0,-1-1 0,-3 0 0,-2-1 0,-1-1 0,-2 0 0,-1-1 0,-3-1 0,0 0 0,-2-1 0,-2-1 0,0-1 0,-2-1 0,-1 0 0,-1-2 0,0 0 0,-2-1 0,0-1 0,-1-1 0,-1-1 0,0-1 0,0 0 0,-1-2 0,0 0 0,0-2 0,0 0 0,0-2 0,0 0 0,1-2 0,0 0 0,0-1 0,1-1 0,1-1 0,0-1 0,2-1 0,0 0 0,1-2 0,1 0 0,2-1 0,0-1 0,2-1 0,2-1 0,0 0 0,3-1 0,1-1 0,2 0 0,1-1 0,2-1 0,3 0 0,1-1 0,2 0 0,2-1 0,2 0 0,3-1 0,1 0 0,3 0 0,2-1 0,2 0 0,3-1 0,2 1 0,2-1 0,3 0 0,2 0 0,2 0 0,3 0 0,2 0 0,3 0 0,2 0 0,2 0 0,3 0 0,2 1 0,2-1 0,3 1 0,2 0 0,2 1 0,3 0 0,1 0 0,3 1 0,2 0 0,2 1 0,2 0 0,1 1 0,3 0 0,2 1 0,1 1 0,2 0 0,1 1 0,3 1 0,0 0 0,2 1 0,2 1 0,0 1 0,2 1 0,1 0 0,1 2 0,0 0 0,2 1 0,0 1 0,1 1 0,1 1 0,0 1 0,0 0 0,1 2 0,0 0 0,0 2 0,0 0 0,0 2 0,0 0 0,-1 2 0,0 0 0,0 1 0,-1 1 0,-1 1 0,0 1 0,-2 1 0,0 0 0,-1 2 0,-1 0 0,-2 1 0,0 1 0,-2 1 0,-2 1 0,0 0 0,-3 1 0,-1 1 0,-2 0 0,-1 1 0,-2 1 0,-3 0 0,-1 1 0,-2 0 0,-2 1 0,-2 0 0,-3 1 0,-1 0 0,-3 0 0,-2 1 0,-2 0 0,-3 1 0,-2-1 0,-2 1 0,-3 0 0,-2 0 0,-2 0 0,-3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1T10:50:22.1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24194,'3530'76'0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8/20/2026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歡迎回來，這是第六堂課，也是最後一堂課。</a:t>
            </a:r>
          </a:p>
          <a:p>
            <a:r>
              <a:t>前五週，我們把策略、回測、選股都搞定了。這一週是驗收週——我們要實際把系統部署到雲端主機，用真金白銀跑實盤。全部跑通，你就正式畢業了。</a:t>
            </a:r>
          </a:p>
          <a:p>
            <a:r>
              <a:t>---</a:t>
            </a:r>
          </a:p>
          <a:p/>
          <a:p>
            <a:r>
              <a:t>【講師提示】這週是收穫週，強調「完成部署=課程完成」，給學員儀式感。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系統上線前，最後認識一下風險控管。</a:t>
            </a:r>
          </a:p>
          <a:p>
            <a:r>
              <a:t>風險參數在 .env 檔案中設定，基本上使用預設即可：初始資金，預設五十萬；單筆交易最大風險，百分之二；每日最大可接受虧損，百分之三；每日總交易次數上限，五次；每檔股票每日交易次數上限，一次，零代表無限制。</a:t>
            </a:r>
          </a:p>
          <a:p>
            <a:r>
              <a:t>風控功能：單筆風險限制，動態計算部位大小；每日虧損上限，達上限後停止交易；交易次數限制，避免過度交易；漲跌停過濾，跳過流動性枯竭的標的。</a:t>
            </a:r>
          </a:p>
          <a:p>
            <a:r>
              <a:t>---</a:t>
            </a:r>
          </a:p>
          <a:p/>
          <a:p>
            <a:r>
              <a:t>【講師提示】強調「預設即可」——系統的風控設計已經過驗證，不需要自己亂調。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最後一堂課，把五個策略的適用情境做個總整理。</a:t>
            </a:r>
          </a:p>
          <a:p>
            <a:r>
              <a:t>---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先看實盤的完整流程，五個步驟。</a:t>
            </a:r>
          </a:p>
          <a:p>
            <a:r>
              <a:t>第一步，先跑選股程式，決定要選哪些股、以及資金怎麼分配。</a:t>
            </a:r>
          </a:p>
          <a:p>
            <a:r>
              <a:t>第二步，讓 AI 幫你產生 .env 設定檔。這裡有兩個提醒：如果是更新，請確定是否要刪除舊的實盤資料；如果更新但不刪舊資料，請確定隔天九點程式有沒有自動清倉那些決定不再持有的股票。</a:t>
            </a:r>
          </a:p>
          <a:p>
            <a:r>
              <a:t>第三步，準備好玉山 API 憑證——p12 檔和金鑰。注意：模擬 API 的金鑰是 config.simulation.ini，實盤 API 金鑰是 config.ini；玉山規定，必須先用模擬 API 下單成功，才能申請實盤 API。另外要設定好玉山 API 的白名單。</a:t>
            </a:r>
          </a:p>
          <a:p>
            <a:r>
              <a:t>第四步，設定雲端主機：確認靜態 IP；如果主機停機中，要先開啟；執行驗證之後，才能部署到 VM。</a:t>
            </a:r>
          </a:p>
          <a:p>
            <a:r>
              <a:t>第五步，部署：在專案根目錄執行 ./deploy_source.sh（人工執行）——它會先跑 preflight 測試、建 image、透過 SSH 直傳到 VM、載入後重啟容器，最後比對版本指紋。注意：如果 VM 非開機時間，部署完要手動關機，否則下一個開機時間不會自行開機。</a:t>
            </a:r>
          </a:p>
          <a:p/>
          <a:p>
            <a:r>
              <a:t>【講師提示】五步驟總覽頁，先建立流程圖概念，之後逐頁細講。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再談選股——先看工具總覽。</a:t>
            </a:r>
          </a:p>
          <a:p>
            <a:r>
              <a:t>系統有四個選股相關工具：find_catalyst_stocks.py，掃描全市場，找「長期盤整到近期突破」的翻倍潛力股，每月初用，約五分鐘；stock_selector_grid.py，決定本季持股，從候選池用近季動能選最強 N 檔，每季初用，約十秒；selector_workflow.py，工作流程比較，比較四種選股策略的歷史回測績效，參考用；generate_dashboard.py，績效儀表板，產生績效圖表，實盤每日自動跑。</a:t>
            </a:r>
          </a:p>
          <a:p>
            <a:r>
              <a:t>---</a:t>
            </a:r>
          </a:p>
          <a:p/>
          <a:p>
            <a:r>
              <a:t>【講師提示】表格頁，強調「發現機會」與「決定持股」兩個工具的分工。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第一個工具，潛力股掃描。</a:t>
            </a:r>
          </a:p>
          <a:p>
            <a:r>
              <a:t>find_catalyst_stocks.py 模仿藥華藥的「長期盤整、催化劑、翻倍」模式，掃描全市場約一千零七十八檔上市股票，找出類似型態的潛力標的。評分維度：盤整品質佔二十趴、突破力道三十五趴、量能確認十五趴、動能延續三十趴。</a:t>
            </a:r>
          </a:p>
          <a:p>
            <a:r>
              <a:t>用法：完整掃描、只看前二十名、輸出 HTML 報告、設定最低評分門檻。輸出是 HTML 報告加 CSV 檔案。</a:t>
            </a:r>
          </a:p>
          <a:p>
            <a:r>
              <a:t>重要的警告：這個工具是「發現機會」用的，不是「決定買入」用的——看到高分標的，應該先研究基本面，再考慮是否納入季候選池。</a:t>
            </a:r>
          </a:p>
          <a:p>
            <a:r>
              <a:t>---</a:t>
            </a:r>
          </a:p>
          <a:p/>
          <a:p>
            <a:r>
              <a:t>【講師提示】強調「發現≠買入」，這是選股紀律的第一課。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這頁是潛力股掃描程式的實際結果。</a:t>
            </a:r>
          </a:p>
          <a:p>
            <a:r>
              <a:t>大家看畫面——這就是 find_catalyst_stocks.py 跑完的輸出：掃描全市場一千多檔股票，依照評分排序，列出前幾名的候選標的，包含評分、突破幅度、量能倍數、營收年增等數據。</a:t>
            </a:r>
          </a:p>
          <a:p>
            <a:r>
              <a:t>注意畫面上的提醒：全數為中小型股——型態好不代表公司好，看到高分標的還是要先研究基本面，再決定要不要納入候選池。</a:t>
            </a:r>
          </a:p>
          <a:p>
            <a:r>
              <a:t>---</a:t>
            </a:r>
          </a:p>
          <a:p/>
          <a:p>
            <a:r>
              <a:t>【講師提示】指著畫面上的掃描結果講解，呼應 slide-4 的「發現≠買入」原則。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第二個工具，每季 Grid Search 選股。</a:t>
            </a:r>
          </a:p>
          <a:p>
            <a:r>
              <a:t>stock_selector_grid.py 從候選股票池中，使用近季動能為主的評分系統，選出最值得持有的 N 檔股票。內建 Grid Search 可以自動找出歷史最佳參數；auto-momentum 參數會自動切換動能天數——二十一天用於趨勢盤、六十三天用於盤整盤。</a:t>
            </a:r>
          </a:p>
          <a:p>
            <a:r>
              <a:t>評分維度可調權重：短天期動能、技術面均線位置、穩定度低波動、催化劑評分。用法：看本季推薦持股用純動能模式、純催化劑模式、核心加衛星模式——八成動能加兩成催化劑，還有完整報告模式。</a:t>
            </a:r>
          </a:p>
          <a:p>
            <a:r>
              <a:t>補充說明催化劑模式：它不看「誰漲最多」，而是選「長期盤整後、近期突破」的潛力股——把近半年分成前後兩段，前半段波動越小越好，表示盤整夠悶；後半段突破前高、且放量，就是催化劑啟動的訊號。模仿的是翻倍潛力股掃描的邏輯。實務上，純催化劑在候選池擴大時績效會稀釋，推薦組合還是純動能，或核心加衛星。</a:t>
            </a:r>
          </a:p>
          <a:p>
            <a:r>
              <a:t>---</a:t>
            </a:r>
          </a:p>
          <a:p/>
          <a:p>
            <a:r>
              <a:t>【講師提示】強調 auto-momentum 是「自動看盤勢切參數」的智能設計。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選股池大小 N 值的比較。</a:t>
            </a:r>
          </a:p>
          <a:p>
            <a:r>
              <a:t>實測：N 等於五十，終值三百三十七萬、總報酬五百七十五趴，最高報酬，熊市如實下跌百分之三點三；N 等於一百，終值兩百七十五萬、四百五十一趴，中間值，但 2024 回撤較大；N 等於一百五十，終值兩百三十五萬、三百七十趴，最穩定。</a:t>
            </a:r>
          </a:p>
          <a:p>
            <a:r>
              <a:t>使用者可以直接用環境變數切換：STOCK_NO 等於五十。</a:t>
            </a:r>
          </a:p>
          <a:p>
            <a:r>
              <a:t>---</a:t>
            </a:r>
          </a:p>
          <a:p/>
          <a:p>
            <a:r>
              <a:t>【講師提示】三個 N 值的取捨：報酬 vs 穩定度，讓學員理解參數背後的 trade-off。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兩種選股模式的年度比較。</a:t>
            </a:r>
          </a:p>
          <a:p>
            <a:r>
              <a:t>純動能 N 等於五十：五百七十五趴，2022 熊市負三點三趴如實下跌，2023 加一百七十趴 AI 爆發，2024 加八點八，2025 加一百三十七點五，其中第三季貢獻七十七趴。</a:t>
            </a:r>
          </a:p>
          <a:p>
            <a:r>
              <a:t>核心加衛星 N 等於一百：七百七十四趴，爆發年衝力更大——2022 加十三趴、2023 加兩百四十七趴，AI 爆發第一季就加七十五趴、2024 加一點九、2025 加一百一十八。</a:t>
            </a:r>
          </a:p>
          <a:p>
            <a:r>
              <a:t>結論：核心加衛星在爆發年衝力更大，但純動能比較單純。選擇哪個，取決於你對波動的承受度。</a:t>
            </a:r>
          </a:p>
          <a:p>
            <a:r>
              <a:t>---</a:t>
            </a:r>
          </a:p>
          <a:p/>
          <a:p>
            <a:r>
              <a:t>【講師提示】強調兩者共通點——2023、2025 的報酬高度集中於 AI 爆發段。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這頁是 0050 與每季選股的回測比較圖。</a:t>
            </a:r>
          </a:p>
          <a:p>
            <a:r>
              <a:t>大家看這張圖——把 0050 買入持有，跟我們的每季選股策略放在一起比較。可以看到每季選股的累積績效明顯優於 0050，尤其在多頭年份差距拉開。</a:t>
            </a:r>
          </a:p>
          <a:p>
            <a:r>
              <a:t>為什麼能贏？下一頁的詳細選股過程，還有倒數第二頁「為何我們每季選股能勝 0050」會完整解釋四個因素——這裡先讓大家對「長期跑贏大盤」有視覺印象。</a:t>
            </a:r>
          </a:p>
          <a:p>
            <a:r>
              <a:t>---</a:t>
            </a:r>
          </a:p>
          <a:p/>
          <a:p>
            <a:r>
              <a:t>【講師提示】指著圖中的兩條績效曲線對比講解，強調「贏家組合+複利」的直觀效果。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接下來進入部署環節。第一步：打開雲端主機。</a:t>
            </a:r>
          </a:p>
          <a:p>
            <a:r>
              <a:t>打開控制台——前提是你已經申請好雲端主機（第一週的功課）。畫面是 Google Cloud 控制台的登入與總覽。</a:t>
            </a:r>
          </a:p>
          <a:p>
            <a:r>
              <a:t>---</a:t>
            </a:r>
          </a:p>
          <a:p/>
          <a:p>
            <a:r>
              <a:t>【講師提示】操作示範頁，確認學員都能登入控制台。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進入 VM 管理頁面。</a:t>
            </a:r>
          </a:p>
          <a:p>
            <a:r>
              <a:t>點 Compute Engine，查看 VM 執行個體——建議加入捷徑，之後每天都會用到。點擊你的 VM，就會進入管理頁：VM 的啟動、停止都在這一頁控制；SSH 也在這裡進入；外部 IP 在這裡顯示。</a:t>
            </a:r>
          </a:p>
          <a:p>
            <a:r>
              <a:t>---</a:t>
            </a:r>
          </a:p>
          <a:p/>
          <a:p>
            <a:r>
              <a:t>【講師提示】示範啟動 VM 並確認狀態，提醒學員「開機要提前」，因為排程開機有時間點。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進入 WSL 做 GCP 認證。</a:t>
            </a:r>
          </a:p>
          <a:p>
            <a:r>
              <a:t>先於 CMD 中輸入 wsl -d ubuntu 進入 WSL；然後在 WSL 中啟用虛擬環境：activate_venv；再進行 GCP 認證：輸入 VM_auth。</a:t>
            </a:r>
          </a:p>
          <a:p>
            <a:r>
              <a:t>這時會跳到 Chrome 選擇你的 Google 帳戶，出現 SDK 要存取你的帳戶，點擊允許。回到 WSL，會看到訊息：「You are now logged in as」，後面是你的帳號，目前專案是 tw-selfselect——代表認證成功。</a:t>
            </a:r>
          </a:p>
          <a:p>
            <a:r>
              <a:t>---</a:t>
            </a:r>
          </a:p>
          <a:p/>
          <a:p>
            <a:r>
              <a:t>【講師提示】逐步示範，確認每個學員都看到登入成功的訊息。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認證完成，開始部署。</a:t>
            </a:r>
          </a:p>
          <a:p>
            <a:r>
              <a:t>在專案根目錄執行 ./deploy_source.sh：它會先跑 preflight 測試（紅燈就中止），接著在本機建 Docker image、透過 SSH 直傳到 VM 載入、重啟容器，最後比對 core/version.py 的版本指紋，不符就中止並印出容器日誌。本專案原始碼全部公開，直接源碼部署（沒有加密版／源碼版之分）。</a:t>
            </a:r>
          </a:p>
          <a:p/>
          <a:p>
            <a:r>
              <a:t>【講師提示】強調「部署前測試、部署後驗指紋」兩道關卡，這是避免上錯版本的關鍵。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部署程式到 VM——整個編譯、壓縮、上傳歷時需數分鐘。</a:t>
            </a:r>
          </a:p>
          <a:p>
            <a:r>
              <a:t>畫面上是部署過程的輸出——編譯、打包、上傳、驗證，一步步跑。這個過程需要耐心等，跑完會有完成訊息。</a:t>
            </a:r>
          </a:p>
          <a:p>
            <a:r>
              <a:t>---</a:t>
            </a:r>
          </a:p>
          <a:p/>
          <a:p>
            <a:r>
              <a:t>【講師提示】示範部署並等待完成，期間可以講解部署腳本做了哪些事。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部署完成後，檢查 VM 日誌。</a:t>
            </a:r>
          </a:p>
          <a:p>
            <a:r>
              <a:t>在 WSL 輸入 VM_log 查看 VM 的運行日誌。如果有問題，會顯示出錯誤訊息——這是診斷的第一站。</a:t>
            </a:r>
          </a:p>
          <a:p>
            <a:r>
              <a:t>---</a:t>
            </a:r>
          </a:p>
          <a:p/>
          <a:p>
            <a:r>
              <a:t>【講師提示】示範查看日誌，教會學員讀常見錯誤訊息。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部署完成後，程式會在 Telegram 上回報。</a:t>
            </a:r>
          </a:p>
          <a:p>
            <a:r>
              <a:t>VM 開機後，程式會向你的 Telegram 發送「你的 TG ID is running」訊息——先檢查一下版本和 Build 日期，是不是你 deploy 的版本。</a:t>
            </a:r>
          </a:p>
          <a:p>
            <a:r>
              <a:t>原始碼都在 GitHub：把第十到十一行的 SYS_TELEGRAM_BOT 和 SYS_TELEGRAM_CHAT_ID 的值改掉，改成你自己的 Telegram bot 與 chat ID。另外，休眠前程式會發送持倉報告。</a:t>
            </a:r>
          </a:p>
          <a:p>
            <a:r>
              <a:t>---</a:t>
            </a:r>
          </a:p>
          <a:p/>
          <a:p>
            <a:r>
              <a:t>【講師提示】確認學員都收到 Telegram 訊息，這是「系統活著」的第一個證據。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持股數目怎麼決定？</a:t>
            </a:r>
          </a:p>
          <a:p>
            <a:r>
              <a:t>原則很簡單：資金越大，分散越多檔。九十萬適用四檔配置。</a:t>
            </a:r>
          </a:p>
          <a:p>
            <a:r>
              <a:t>---</a:t>
            </a:r>
          </a:p>
          <a:p/>
          <a:p>
            <a:r>
              <a:t>【講師提示】讓學員用自己實際的資金套入級距，確定持股數。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這一頁回答常見誤解：賣掉之後會不會馬上補一檔？不會。自選股是月頻換股，名單只在 D1 重算；賣出的空缺就留現金到下一次選股日。</a:t>
            </a:r>
          </a:p>
          <a:p>
            <a:r>
              <a:t>兩個例外：第一，該檔如果還在名單裡，月中它的策略再出買訊可以重新進場；第二，immediate 的強制進場每檔只有第一次（logs/selfselect_filled.json），之後都靠策略訊號。</a:t>
            </a:r>
          </a:p>
          <a:p>
            <a:r>
              <a:t>每日的「買入不足補足」只補已持有但不足的部位，空倉不會建倉，所以不會拿來補名額。</a:t>
            </a:r>
          </a:p>
          <a:p/>
          <a:p>
            <a:r>
              <a:t>【講師提示】強調「月頻換股＝不追高補位」是為了省交易成本；代價是資金會閒置一小段時間。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本課程結束！</a:t>
            </a:r>
          </a:p>
          <a:p>
            <a:r>
              <a:t>六週的課程到這裡畫下句點——從環境建置、策略認識、回測驗證、選股，到今天的實盤部署，你已經具備了完整的能力。我是 frank，信箱 frank@dinchen.com.tw，有任何問題歡迎寫信。</a:t>
            </a:r>
          </a:p>
          <a:p>
            <a:r>
              <a:t>記住：先用回測驗證、再小額實盤、最後才放大資金。祝大家投資順利，謝謝！</a:t>
            </a:r>
          </a:p>
          <a:p>
            <a:r>
              <a:t>---</a:t>
            </a:r>
          </a:p>
          <a:p/>
          <a:p>
            <a:r>
              <a:t>【講師提示】畢業收尾，儀式感拉滿——可以邀請學員分享六週心得。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這頁是整個使用流程總覽：選股在本機跑、VM 只負責下單。</a:t>
            </a:r>
          </a:p>
          <a:p>
            <a:r>
              <a:t>第一，部署一次：執行 deploy_source.sh，會先跑測試、建 image、SSH 直傳、載入後重啟容器並驗指紋。</a:t>
            </a:r>
          </a:p>
          <a:p>
            <a:r>
              <a:t>第二，本機準備一次：gcloud auth login（alias VM_auth），再把 VM 的 cache 拉回本機（VM_sync_cache）。</a:t>
            </a:r>
          </a:p>
          <a:p>
            <a:r>
              <a:t>第三，每次選股都在本機：VM_pick 先看 .env diff，確認後 VM_sync_env 寫入本機 .env 並推回 VM，容器一分鐘內熱重載；第一次還沒有任何持股，用 VM_pick_first。</a:t>
            </a:r>
          </a:p>
          <a:p>
            <a:r>
              <a:t>第四，買進：immediate 模式下一個交易日 13:25–13:30 買滿；signal 模式等策略買訊。</a:t>
            </a:r>
          </a:p>
          <a:p>
            <a:r>
              <a:t>第五，之後每月由 VM 上的排程自動跑（SELFSELECT_AUTO=1）。</a:t>
            </a:r>
          </a:p>
          <a:p>
            <a:r>
              <a:t>最後用 VM_hold、performance.csv、Telegram 與對帳腳本確認。</a:t>
            </a:r>
          </a:p>
          <a:p/>
          <a:p>
            <a:r>
              <a:t>【講師提示】強調「本機選股、VM 下單」的分工；alias 很短，讓學員不用背長指令。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這頁把單一持股從買到賣講完。買進後由策略管理進出：auto 會把成交當下的策略鎖住，持有期間不換。</a:t>
            </a:r>
          </a:p>
          <a:p>
            <a:r>
              <a:t>賣出有三個來源：策略賣訊、孤兒清倉、人工。賣掉之後名額不會馬上補，資金留現金到下一個 D1；同一檔如果還在名單裡，月中策略再出買訊仍可重新進場。</a:t>
            </a:r>
          </a:p>
          <a:p/>
          <a:p>
            <a:r>
              <a:t>【講師提示】搭配前一頁「賣出後不補選」一起講，學員最常誤會的就是「賣掉會自動補一檔」。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4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38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sldNum="0" hdr="0" ftr="0" dt="0"/>
  <p:txStyles>
    <p:titleStyle>
      <a:lvl1pPr algn="ctr" defTabSz="914126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914126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914126" rtl="0" eaLnBrk="1" latinLnBrk="0" hangingPunct="1">
        <a:spcBef>
          <a:spcPct val="20000"/>
        </a:spcBef>
        <a:buFont typeface="Arial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spcBef>
          <a:spcPct val="20000"/>
        </a:spcBef>
        <a:buFont typeface="Arial" pitchFamily="34" charset="0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spcBef>
          <a:spcPct val="20000"/>
        </a:spcBef>
        <a:buFont typeface="Arial" pitchFamily="34" charset="0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github.com/dinchentech/tw-selfselect/tree/main/scripts#readme" TargetMode="External"/><Relationship Id="rId3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Relationship Id="rId3" Type="http://schemas.openxmlformats.org/officeDocument/2006/relationships/customXml" Target="../ink/ink1.xml"/><Relationship Id="rId4" Type="http://schemas.openxmlformats.org/officeDocument/2006/relationships/image" Target="../media/image7.png"/><Relationship Id="rId5" Type="http://schemas.openxmlformats.org/officeDocument/2006/relationships/customXml" Target="../ink/ink2.xml"/><Relationship Id="rId6" Type="http://schemas.openxmlformats.org/officeDocument/2006/relationships/image" Target="../media/image8.png"/><Relationship Id="rId7" Type="http://schemas.openxmlformats.org/officeDocument/2006/relationships/customXml" Target="../ink/ink3.xml"/><Relationship Id="rId8" Type="http://schemas.openxmlformats.org/officeDocument/2006/relationships/image" Target="../media/image9.png"/><Relationship Id="rId9" Type="http://schemas.openxmlformats.org/officeDocument/2006/relationships/customXml" Target="../ink/ink4.xml"/><Relationship Id="rId10" Type="http://schemas.openxmlformats.org/officeDocument/2006/relationships/image" Target="../media/image10.png"/><Relationship Id="rId11" Type="http://schemas.openxmlformats.org/officeDocument/2006/relationships/customXml" Target="../ink/ink5.xml"/><Relationship Id="rId12" Type="http://schemas.openxmlformats.org/officeDocument/2006/relationships/image" Target="../media/image11.png"/><Relationship Id="rId13" Type="http://schemas.openxmlformats.org/officeDocument/2006/relationships/customXml" Target="../ink/ink6.xml"/><Relationship Id="rId14" Type="http://schemas.openxmlformats.org/officeDocument/2006/relationships/image" Target="../media/image12.png"/><Relationship Id="rId15" Type="http://schemas.openxmlformats.org/officeDocument/2006/relationships/customXml" Target="../ink/ink7.xml"/><Relationship Id="rId16" Type="http://schemas.openxmlformats.org/officeDocument/2006/relationships/image" Target="../media/image13.png"/><Relationship Id="rId17" Type="http://schemas.openxmlformats.org/officeDocument/2006/relationships/customXml" Target="../ink/ink8.xml"/><Relationship Id="rId18" Type="http://schemas.openxmlformats.org/officeDocument/2006/relationships/image" Target="../media/image14.png"/><Relationship Id="rId19" Type="http://schemas.openxmlformats.org/officeDocument/2006/relationships/customXml" Target="../ink/ink9.xml"/><Relationship Id="rId20" Type="http://schemas.openxmlformats.org/officeDocument/2006/relationships/image" Target="../media/image15.png"/><Relationship Id="rId21" Type="http://schemas.openxmlformats.org/officeDocument/2006/relationships/customXml" Target="../ink/ink10.xml"/><Relationship Id="rId22" Type="http://schemas.openxmlformats.org/officeDocument/2006/relationships/image" Target="../media/image16.png"/><Relationship Id="rId23" Type="http://schemas.openxmlformats.org/officeDocument/2006/relationships/customXml" Target="../ink/ink11.xml"/><Relationship Id="rId24" Type="http://schemas.openxmlformats.org/officeDocument/2006/relationships/image" Target="../media/image17.png"/><Relationship Id="rId25" Type="http://schemas.openxmlformats.org/officeDocument/2006/relationships/customXml" Target="../ink/ink12.xml"/><Relationship Id="rId26" Type="http://schemas.openxmlformats.org/officeDocument/2006/relationships/image" Target="../media/image18.png"/><Relationship Id="rId27" Type="http://schemas.openxmlformats.org/officeDocument/2006/relationships/hyperlink" Target="https://github.com/dinchentech/tw-selfselect/blob/main/%E7%AD%96%E7%95%A5%E8%AA%AA%E6%98%8E.md#10-%E6%AF%8F%E6%9C%88%E9%81%B8%E8%82%A1%E6%B5%81%E7%A8%8B%E8%87%AA%E9%81%B8%E8%82%A1%E8%85%BF" TargetMode="External"/><Relationship Id="rId28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www.google.com/aclk?sa=L&amp;ai=DChsSEwiUhubO7eKVAxU5w0wCHerhME0YACICCAEQARoCdG0&amp;ae=2&amp;co=1&amp;ase=2&amp;gclid=Cj0KCQjwjvfSBhDpARIsAEiOpStLL3ocVbWor7TT-paWwnXrBWkySiBTr2HLLxGIJfe1DWouae1iEooaAg-rEALw_wcB&amp;cid=CAAS0wHkaFYsyD76o9FhZVaAbgEbIgyj2JwWdm7Pbnm20kmK2YhYylAH9Rc4248IGKw7U64R2siBmG7A0vsAReXfxWDhD1JysQBah12rJ_GAN3gL5DKyvI7-faNU6hppi8dN-mo_q6IupQ1vD19G5TLOkoO7kP51EJJ6RiSKdFJ-P3bhtJFzJ0AI2tbaiXXxz4MQE413pVsFoiRuLnmBCvPPpTi-BUZdKJSxBcUT-00WBi6WL5JYoQ-extA0fvCyNsG1vOY2LJbg8z2N1bWPBj3EC7FviDLw&amp;cce=2&amp;category=acrcp_v1_71&amp;sig=AOD64_34PgiU4ihFvxpue8fl7DXDlGWyiw&amp;q&amp;nis=4&amp;adurl&amp;ved=2ahUKEwj-g-DO7eKVAxWgbvUHHUcZNIIQ0Qx6BAgcEAE" TargetMode="Externa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TW-SELFSELECT-W6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r>
              <a:rPr lang="zh-TW" altLang="en-US" dirty="0"/>
              <a:t>台股買賣自動化系統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zh-TW" altLang="en-US" dirty="0"/>
              <a:t>使用 Python 與 DSH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 err="1"/>
              <a:t/>
            </a:r>
            <a:r>
              <a:rPr lang="en-US" altLang="zh-TW" dirty="0"/>
              <a:t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2ADBF-58B8-CC4B-D749-76163FA0C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2" y="338328"/>
            <a:ext cx="9982200" cy="609600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實盤交易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69C1F574-B4B7-3249-97EC-65517050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AF6B683-8CBA-CE51-2C92-17B957F5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00307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ContentTable"/>
                  </p202:designTagLst>
                </p202:designPr>
              </p:ext>
            </p:extLst>
          </p:nvPr>
        </p:nvGraphicFramePr>
        <p:xfrm>
          <a:off x="944753" y="914400"/>
          <a:ext cx="10511795" cy="6048142"/>
        </p:xfrm>
        <a:graphic>
          <a:graphicData uri="http://schemas.openxmlformats.org/drawingml/2006/table">
            <a:tbl>
              <a:tblPr bandRow="1">
                <a:noFill/>
                <a:tableStyleId>{BC89EF96-8CEA-46FF-86C4-4CE0E7609802}</a:tableStyleId>
              </a:tblPr>
              <a:tblGrid>
                <a:gridCol w="1074330">
                  <a:extLst>
                    <a:ext uri="{9D8B030D-6E8A-4147-A177-3AD203B41FA5}">
                      <a16:colId xmlns:a16="http://schemas.microsoft.com/office/drawing/2014/main" val="2084448478"/>
                    </a:ext>
                  </a:extLst>
                </a:gridCol>
                <a:gridCol w="9437465">
                  <a:extLst>
                    <a:ext uri="{9D8B030D-6E8A-4147-A177-3AD203B41FA5}">
                      <a16:colId xmlns:a16="http://schemas.microsoft.com/office/drawing/2014/main" val="2560337994"/>
                    </a:ext>
                  </a:extLst>
                </a:gridCol>
              </a:tblGrid>
              <a:tr h="991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700" b="1" cap="none" spc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先跑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選股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程式決定要選那些股及資本</a:t>
                      </a:r>
                      <a:endParaRPr lang="zh-TW" sz="17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571153"/>
                  </a:ext>
                </a:extLst>
              </a:tr>
              <a:tr h="991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700" b="1" cap="none" spc="0">
                          <a:solidFill>
                            <a:schemeClr val="accent1"/>
                          </a:solidFill>
                          <a:effectLst/>
                        </a:rPr>
                        <a:t>2</a:t>
                      </a: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讓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 幫你產生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.env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檔</a:t>
                      </a:r>
                      <a:endParaRPr lang="en-US" altLang="zh-TW" sz="1700" b="0" cap="none" spc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如果是更新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 請確定是否要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刪除舊的實盤資料</a:t>
                      </a:r>
                      <a:endParaRPr lang="en-US" altLang="zh-TW" sz="1700" b="0" cap="none" spc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如果是更新但沒有要刪除舊實盤資訊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請確定隔天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點程式有沒有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自動清倉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那些決定不再持有的股票</a:t>
                      </a:r>
                      <a:endParaRPr lang="zh-TW" sz="17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210739"/>
                  </a:ext>
                </a:extLst>
              </a:tr>
              <a:tr h="991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700" b="1" cap="none" spc="0" dirty="0">
                          <a:solidFill>
                            <a:schemeClr val="accent1"/>
                          </a:solidFill>
                          <a:effectLst/>
                        </a:rPr>
                        <a:t>3</a:t>
                      </a: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準備好玉山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API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憑證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(p12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檔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)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及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key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模擬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API key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en-US" altLang="zh-TW" sz="1700" b="1" cap="none" spc="0" dirty="0">
                          <a:solidFill>
                            <a:schemeClr val="tx1"/>
                          </a:solidFill>
                        </a:rPr>
                        <a:t>config.simulation.ini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實盤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key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en-US" altLang="zh-TW" sz="1700" b="1" cap="none" spc="0" dirty="0">
                          <a:solidFill>
                            <a:schemeClr val="tx1"/>
                          </a:solidFill>
                        </a:rPr>
                        <a:t>config.ini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玉山規定必須先用模擬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下單成功才能申請實盤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API)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設定好玉山 </a:t>
                      </a:r>
                      <a:r>
                        <a:rPr lang="en-US" altLang="zh-TW" sz="1700" b="1" cap="none" spc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zh-TW" altLang="en-US" sz="1700" b="1" cap="none" spc="0" dirty="0">
                          <a:solidFill>
                            <a:schemeClr val="tx1"/>
                          </a:solidFill>
                        </a:rPr>
                        <a:t>白名單</a:t>
                      </a:r>
                      <a:endParaRPr lang="zh-TW" sz="17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879047"/>
                  </a:ext>
                </a:extLst>
              </a:tr>
              <a:tr h="991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700" b="1" cap="none" spc="0" dirty="0">
                          <a:solidFill>
                            <a:schemeClr val="accent1"/>
                          </a:solidFill>
                          <a:effectLst/>
                        </a:rPr>
                        <a:t>4</a:t>
                      </a: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設定雲端主機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GCP: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靜態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IP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若停機中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要先</a:t>
                      </a:r>
                      <a:r>
                        <a:rPr lang="zh-TW" altLang="en-US" sz="1700" b="1" cap="none" spc="0" dirty="0">
                          <a:solidFill>
                            <a:schemeClr val="tx1"/>
                          </a:solidFill>
                        </a:rPr>
                        <a:t>開啟</a:t>
                      </a:r>
                      <a:endParaRPr lang="en-US" altLang="zh-TW" sz="1700" b="1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執行</a:t>
                      </a:r>
                      <a:r>
                        <a:rPr lang="zh-TW" altLang="en-US" sz="1700" b="1" cap="none" spc="0" dirty="0">
                          <a:solidFill>
                            <a:schemeClr val="tx1"/>
                          </a:solidFill>
                        </a:rPr>
                        <a:t>驗證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zh-TW" altLang="en-US" sz="1700" b="0" cap="none" spc="0" dirty="0">
                          <a:solidFill>
                            <a:schemeClr val="tx1"/>
                          </a:solidFill>
                        </a:rPr>
                        <a:t>才能上傳</a:t>
                      </a:r>
                      <a:r>
                        <a:rPr lang="en-US" altLang="zh-TW" sz="1700" b="0" cap="none" spc="0" dirty="0">
                          <a:solidFill>
                            <a:schemeClr val="tx1"/>
                          </a:solidFill>
                        </a:rPr>
                        <a:t>VM</a:t>
                      </a:r>
                      <a:endParaRPr lang="zh-TW" sz="17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577480"/>
                  </a:ext>
                </a:extLst>
              </a:tr>
              <a:tr h="991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700" b="1" cap="none" spc="0">
                          <a:solidFill>
                            <a:schemeClr val="accent1"/>
                          </a:solidFill>
                          <a:effectLst/>
                        </a:rPr>
                        <a:t>5</a:t>
                      </a: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Deploy:</a:t>
                      </a:r>
                    </a:p>
                    <a:p>
                      <a:r>
                        <a:rPr sz="1200"/>
                        <a:t>執行 ./deploy_source.sh（含 preflight 測試 → build → SSH 直傳 → 驗指紋）</a:t>
                      </a:r>
                    </a:p>
                    <a:p>
                      <a:r>
                        <a:rPr sz="1200"/>
                        <a:t>VM 非開機時間部署完要手動關機（否則下次排程不會自動開機）</a:t>
                      </a:r>
                    </a:p>
                  </a:txBody>
                  <a:tcPr marL="113888" marR="113888" marT="113888" marB="1138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430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61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7CF92-E4AD-BF94-0820-4C58C21E7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10439400" cy="609600"/>
          </a:xfrm>
        </p:spPr>
        <p:txBody>
          <a:bodyPr/>
          <a:lstStyle/>
          <a:p>
            <a:r>
              <a:rPr lang="zh-TW" altLang="en-US" dirty="0"/>
              <a:t>再談選股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1FA4379-990F-E9CE-754D-36715874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1F2143-57C7-7465-C332-6F27EB65C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524000"/>
            <a:ext cx="11277600" cy="4724400"/>
          </a:xfrm>
        </p:spPr>
        <p:txBody>
          <a:bodyPr/>
          <a:lstStyle/>
          <a:p>
            <a:r>
              <a:rPr lang="zh-TW" altLang="en-US" dirty="0">
                <a:hlinkClick r:id="rId2"/>
              </a:rPr>
              <a:t>工具總覽</a:t>
            </a:r>
            <a:endParaRPr lang="zh-TW" altLang="en-US" dirty="0"/>
          </a:p>
          <a:p>
            <a:r>
              <a:rPr lang="zh-TW" altLang="en-US" dirty="0"/>
              <a:t>程式	定位	用途	使用時機	耗時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find_catalyst_stocks.py</a:t>
            </a:r>
            <a:r>
              <a:rPr lang="en-US" altLang="zh-TW" dirty="0"/>
              <a:t>	</a:t>
            </a:r>
            <a:r>
              <a:rPr lang="zh-TW" altLang="en-US" dirty="0"/>
              <a:t>🔍 掃描全市場	找「長期盤整→近期突破」的翻倍潛力股	</a:t>
            </a:r>
            <a:r>
              <a:rPr lang="zh-TW" altLang="en-US" dirty="0">
                <a:highlight>
                  <a:srgbClr val="FFFF00"/>
                </a:highlight>
              </a:rPr>
              <a:t>每月初</a:t>
            </a:r>
            <a:r>
              <a:rPr lang="zh-TW" altLang="en-US" dirty="0"/>
              <a:t>	</a:t>
            </a:r>
            <a:r>
              <a:rPr lang="en-US" altLang="zh-TW" dirty="0"/>
              <a:t>~5 </a:t>
            </a:r>
            <a:r>
              <a:rPr lang="zh-TW" altLang="en-US" dirty="0"/>
              <a:t>分鐘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stock_selector_grid.py</a:t>
            </a:r>
            <a:r>
              <a:rPr lang="en-US" altLang="zh-TW" dirty="0"/>
              <a:t>	</a:t>
            </a:r>
            <a:r>
              <a:rPr lang="zh-TW" altLang="en-US" dirty="0"/>
              <a:t>📊 決定本季持股	從候選池用近季動能選最強 </a:t>
            </a:r>
            <a:r>
              <a:rPr lang="en-US" altLang="zh-TW" dirty="0"/>
              <a:t>N </a:t>
            </a:r>
            <a:r>
              <a:rPr lang="zh-TW" altLang="en-US" dirty="0"/>
              <a:t>檔	</a:t>
            </a:r>
            <a:r>
              <a:rPr lang="en-US" altLang="zh-TW" dirty="0"/>
              <a:t>	</a:t>
            </a:r>
            <a:r>
              <a:rPr lang="zh-TW" altLang="en-US" dirty="0">
                <a:highlight>
                  <a:srgbClr val="FFFF00"/>
                </a:highlight>
              </a:rPr>
              <a:t>每季初</a:t>
            </a:r>
            <a:r>
              <a:rPr lang="zh-TW" altLang="en-US" dirty="0"/>
              <a:t>	</a:t>
            </a:r>
            <a:r>
              <a:rPr lang="en-US" altLang="zh-TW" dirty="0"/>
              <a:t>~10 </a:t>
            </a:r>
            <a:r>
              <a:rPr lang="zh-TW" altLang="en-US" dirty="0"/>
              <a:t>秒</a:t>
            </a:r>
          </a:p>
          <a:p>
            <a:r>
              <a:rPr lang="en-US" altLang="zh-TW" dirty="0"/>
              <a:t>selector_workflow.py	</a:t>
            </a:r>
            <a:r>
              <a:rPr lang="zh-TW" altLang="en-US" dirty="0"/>
              <a:t>📈 工作流程比較	比較四種選股策略的歷史回測績效	</a:t>
            </a:r>
            <a:r>
              <a:rPr lang="en-US" altLang="zh-TW" dirty="0"/>
              <a:t>	</a:t>
            </a:r>
            <a:r>
              <a:rPr lang="zh-TW" altLang="en-US" dirty="0"/>
              <a:t>參考用	</a:t>
            </a:r>
            <a:r>
              <a:rPr lang="en-US" altLang="zh-TW" dirty="0"/>
              <a:t>~5 </a:t>
            </a:r>
            <a:r>
              <a:rPr lang="zh-TW" altLang="en-US" dirty="0"/>
              <a:t>分鐘</a:t>
            </a:r>
          </a:p>
          <a:p>
            <a:r>
              <a:rPr lang="en-US" altLang="zh-TW" dirty="0"/>
              <a:t>generate_dashboard.py	</a:t>
            </a:r>
            <a:r>
              <a:rPr lang="zh-TW" altLang="en-US" dirty="0"/>
              <a:t>📉 績效儀表板	產生 </a:t>
            </a:r>
            <a:r>
              <a:rPr lang="en-US" altLang="zh-TW" dirty="0"/>
              <a:t>logs/dashboard.html </a:t>
            </a:r>
            <a:r>
              <a:rPr lang="zh-TW" altLang="en-US" dirty="0"/>
              <a:t>績效圖表	實盤每日自動	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746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97BE5B-B409-EEFA-8B22-4EAFCAFC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7620000" cy="685800"/>
          </a:xfrm>
        </p:spPr>
        <p:txBody>
          <a:bodyPr/>
          <a:lstStyle/>
          <a:p>
            <a:r>
              <a:rPr lang="zh-TW" altLang="zh-TW" dirty="0"/>
              <a:t>潛力股掃瞄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E2E8A32-C84A-1B02-4FD1-2DA0C868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E3D050-CF6F-3658-3860-1EFF2998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95400"/>
            <a:ext cx="10421938" cy="4953000"/>
          </a:xfrm>
        </p:spPr>
        <p:txBody>
          <a:bodyPr>
            <a:normAutofit fontScale="92500" lnSpcReduction="10000"/>
          </a:bodyPr>
          <a:lstStyle/>
          <a:p>
            <a:r>
              <a:rPr lang="zh-TW" altLang="zh-TW" dirty="0"/>
              <a:t>find_catalyst_stocks.py — 翻倍潛力股掃瞄</a:t>
            </a:r>
          </a:p>
          <a:p>
            <a:r>
              <a:rPr lang="zh-TW" altLang="zh-TW" b="0" dirty="0"/>
              <a:t>模仿藥華藥（6446）的「長期盤整 → 催化劑 → 翻倍」模式，掃描全市場 ~1078 檔上市股票，找出具有類似型態的潛力標的。</a:t>
            </a:r>
          </a:p>
          <a:p>
            <a:r>
              <a:rPr lang="zh-TW" altLang="zh-TW" dirty="0"/>
              <a:t>評分維度：</a:t>
            </a:r>
            <a:r>
              <a:rPr lang="zh-TW" altLang="zh-TW" b="0" dirty="0"/>
              <a:t> 盤整品質（20%）+ 突破力道（35%）+ 量能確認（15%）+ 動能延續（30%）</a:t>
            </a:r>
          </a:p>
          <a:p>
            <a:r>
              <a:rPr lang="zh-TW" altLang="zh-TW" b="0" dirty="0"/>
              <a:t>python scripts/find_catalyst_stocks.py                     # 完整掃描</a:t>
            </a:r>
          </a:p>
          <a:p>
            <a:r>
              <a:rPr lang="zh-TW" altLang="zh-TW" b="0" dirty="0"/>
              <a:t>python scripts/find_catalyst_stocks.py --top-n 20           # 只看前 20 名</a:t>
            </a:r>
          </a:p>
          <a:p>
            <a:r>
              <a:rPr lang="zh-TW" altLang="zh-TW" b="0" dirty="0"/>
              <a:t>python scripts/find_catalyst_stocks.py --output-html        # 輸出 HTML 報告</a:t>
            </a:r>
          </a:p>
          <a:p>
            <a:r>
              <a:rPr lang="zh-TW" altLang="zh-TW" b="0" dirty="0"/>
              <a:t>python scripts/find_catalyst_stocks.py --min-score 30       # 最低評分門檻</a:t>
            </a:r>
          </a:p>
          <a:p>
            <a:r>
              <a:rPr lang="zh-TW" altLang="zh-TW" dirty="0"/>
              <a:t>輸出：</a:t>
            </a:r>
            <a:r>
              <a:rPr lang="zh-TW" altLang="zh-TW" b="0" dirty="0"/>
              <a:t> img/catalyst_report_YYYYMMDD.html（HTML 報告）+ data/catalyst_scan_YYYYMMDD.csv</a:t>
            </a:r>
          </a:p>
          <a:p>
            <a:r>
              <a:rPr lang="zh-TW" altLang="zh-TW" b="0" dirty="0"/>
              <a:t>⚠️ 此工具是「發現機會」用的，不是「決定買入」用的。看到高分標的應該先研究基本面，再考慮是否納入季候選池。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231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CC58466-1A3F-8414-FEBA-E2DA615C4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383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  <a:noFill/>
        </p:spPr>
      </p:pic>
      <p:sp>
        <p:nvSpPr>
          <p:cNvPr id="3" name="投影片編號版面配置區 2" hidden="1">
            <a:extLst>
              <a:ext uri="{FF2B5EF4-FFF2-40B4-BE49-F238E27FC236}">
                <a16:creationId xmlns:a16="http://schemas.microsoft.com/office/drawing/2014/main" id="{65B9E4B0-0B06-8A1B-3B3F-2A0C8A38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67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340EF5-D03F-5A70-AC1D-A7891333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829800" cy="609600"/>
          </a:xfrm>
        </p:spPr>
        <p:txBody>
          <a:bodyPr>
            <a:normAutofit fontScale="90000"/>
          </a:bodyPr>
          <a:lstStyle/>
          <a:p>
            <a:r>
              <a:rPr lang="zh-TW" altLang="zh-TW" dirty="0"/>
              <a:t>stock_selector_grid.py — 每季 Grid Search 選股</a:t>
            </a:r>
            <a:br>
              <a:rPr lang="zh-TW" altLang="zh-TW" dirty="0"/>
            </a:b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60ECF01-97E3-31A9-6D67-E549073B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E86EBA-48A7-D423-5243-36970DEF5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066800"/>
            <a:ext cx="10040938" cy="5181600"/>
          </a:xfrm>
        </p:spPr>
        <p:txBody>
          <a:bodyPr>
            <a:normAutofit fontScale="92500" lnSpcReduction="10000"/>
          </a:bodyPr>
          <a:lstStyle/>
          <a:p>
            <a:r>
              <a:rPr lang="zh-TW" altLang="zh-TW" b="0" dirty="0"/>
              <a:t>從候選股票池中，使用 </a:t>
            </a:r>
            <a:r>
              <a:rPr lang="zh-TW" altLang="zh-TW" dirty="0"/>
              <a:t>近季動能為主</a:t>
            </a:r>
            <a:r>
              <a:rPr lang="zh-TW" altLang="zh-TW" b="0" dirty="0"/>
              <a:t> 的評分系統選出最值得持有的 N 檔股票。內建 Grid Search 可自動找出歷史最佳參數。</a:t>
            </a:r>
            <a:br>
              <a:rPr lang="en-US" altLang="zh-TW" b="0" dirty="0"/>
            </a:br>
            <a:r>
              <a:rPr lang="zh-TW" altLang="zh-TW" b="0" dirty="0"/>
              <a:t>--auto-momentum </a:t>
            </a:r>
            <a:r>
              <a:rPr lang="zh-TW" altLang="en-US" b="0" dirty="0"/>
              <a:t>參數值自動切換動能天數</a:t>
            </a:r>
            <a:r>
              <a:rPr lang="en-US" altLang="zh-TW" b="0" dirty="0"/>
              <a:t>21d(</a:t>
            </a:r>
            <a:r>
              <a:rPr lang="zh-TW" altLang="en-US" b="0" dirty="0"/>
              <a:t>趨勢</a:t>
            </a:r>
            <a:r>
              <a:rPr lang="en-US" altLang="zh-TW" b="0" dirty="0"/>
              <a:t>),63d(</a:t>
            </a:r>
            <a:r>
              <a:rPr lang="zh-TW" altLang="en-US" b="0" dirty="0"/>
              <a:t>盤整</a:t>
            </a:r>
            <a:r>
              <a:rPr lang="en-US" altLang="zh-TW" b="0" dirty="0"/>
              <a:t>)</a:t>
            </a:r>
            <a:endParaRPr lang="zh-TW" altLang="zh-TW" b="0" dirty="0"/>
          </a:p>
          <a:p>
            <a:r>
              <a:rPr lang="zh-TW" altLang="zh-TW" dirty="0"/>
              <a:t>評分維度（可調權重）：</a:t>
            </a:r>
            <a:r>
              <a:rPr lang="zh-TW" altLang="zh-TW" b="0" dirty="0"/>
              <a:t> 短天期動能 + 技術面（均線位置）+ 穩定度（低波動）+ 催化劑評分</a:t>
            </a:r>
          </a:p>
          <a:p>
            <a:r>
              <a:rPr lang="zh-TW" altLang="zh-TW" b="0" i="1" dirty="0"/>
              <a:t># 查看本季推薦持股（</a:t>
            </a:r>
            <a:r>
              <a:rPr lang="zh-TW" altLang="zh-TW" b="0" i="1" dirty="0">
                <a:highlight>
                  <a:srgbClr val="FFFF00"/>
                </a:highlight>
              </a:rPr>
              <a:t>純動能</a:t>
            </a:r>
            <a:r>
              <a:rPr lang="zh-TW" altLang="zh-TW" b="0" i="1" dirty="0"/>
              <a:t>，預設）</a:t>
            </a:r>
            <a:br>
              <a:rPr lang="en-US" altLang="zh-TW" b="0" i="1" dirty="0"/>
            </a:br>
            <a:r>
              <a:rPr lang="en-US" altLang="zh-TW" b="0" dirty="0"/>
              <a:t>	</a:t>
            </a:r>
            <a:r>
              <a:rPr lang="zh-TW" altLang="zh-TW" b="0" dirty="0">
                <a:highlight>
                  <a:srgbClr val="FFFF00"/>
                </a:highlight>
              </a:rPr>
              <a:t>python scripts/stock_selector_grid.py --recommend</a:t>
            </a:r>
          </a:p>
          <a:p>
            <a:r>
              <a:rPr lang="zh-TW" altLang="zh-TW" b="0" i="1" dirty="0"/>
              <a:t># 純催化劑模式</a:t>
            </a:r>
            <a:br>
              <a:rPr lang="en-US" altLang="zh-TW" b="0" i="1" dirty="0"/>
            </a:br>
            <a:r>
              <a:rPr lang="en-US" altLang="zh-TW" b="0" dirty="0"/>
              <a:t>	</a:t>
            </a:r>
            <a:r>
              <a:rPr lang="zh-TW" altLang="zh-TW" b="0" dirty="0"/>
              <a:t>python scripts/stock_selector_grid.py --recommend --mode catalyst</a:t>
            </a:r>
          </a:p>
          <a:p>
            <a:r>
              <a:rPr lang="zh-TW" altLang="zh-TW" b="0" i="1" dirty="0"/>
              <a:t># 核心+衛星（80%動能 + 20%催化劑）</a:t>
            </a:r>
            <a:br>
              <a:rPr lang="en-US" altLang="zh-TW" b="0" i="1" dirty="0"/>
            </a:br>
            <a:r>
              <a:rPr lang="en-US" altLang="zh-TW" b="0" dirty="0"/>
              <a:t>	</a:t>
            </a:r>
            <a:r>
              <a:rPr lang="zh-TW" altLang="zh-TW" b="0" dirty="0"/>
              <a:t>python scripts/stock_selector_grid.py --recommend --mode core-satellite</a:t>
            </a:r>
          </a:p>
          <a:p>
            <a:r>
              <a:rPr lang="zh-TW" altLang="zh-TW" b="0" i="1" dirty="0"/>
              <a:t># 產出 HTML 報告</a:t>
            </a:r>
            <a:endParaRPr lang="zh-TW" altLang="zh-TW" b="0" dirty="0"/>
          </a:p>
          <a:p>
            <a:pPr marL="548640" lvl="3" indent="0">
              <a:buNone/>
            </a:pPr>
            <a:r>
              <a:rPr lang="en-US" altLang="zh-TW" b="0" dirty="0"/>
              <a:t>	</a:t>
            </a:r>
            <a:r>
              <a:rPr lang="zh-TW" altLang="zh-TW" b="0" dirty="0"/>
              <a:t>python scripts/stock_selector_grid.py --grid</a:t>
            </a:r>
          </a:p>
          <a:p>
            <a:r>
              <a:rPr lang="zh-TW" altLang="zh-TW" dirty="0"/>
              <a:t>輸出：</a:t>
            </a:r>
            <a:r>
              <a:rPr lang="zh-TW" altLang="zh-TW" b="0" dirty="0"/>
              <a:t> img/stock_selector_grid_report.html（完整報告 + 參數排名）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159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0C5242-A311-5F6A-0FDF-797E19AC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609600"/>
          </a:xfrm>
        </p:spPr>
        <p:txBody>
          <a:bodyPr>
            <a:normAutofit/>
          </a:bodyPr>
          <a:lstStyle/>
          <a:p>
            <a:r>
              <a:rPr lang="zh-TW" altLang="en-US" dirty="0"/>
              <a:t>選股</a:t>
            </a:r>
            <a:r>
              <a:rPr lang="en-US" altLang="zh-TW" dirty="0"/>
              <a:t>-</a:t>
            </a:r>
            <a:r>
              <a:rPr lang="zh-TW" altLang="en-US" dirty="0"/>
              <a:t>動能</a:t>
            </a:r>
            <a:r>
              <a:rPr lang="en-US" altLang="zh-TW" dirty="0"/>
              <a:t>,</a:t>
            </a:r>
            <a:r>
              <a:rPr lang="zh-TW" altLang="en-US" dirty="0"/>
              <a:t>候選人前</a:t>
            </a:r>
            <a:r>
              <a:rPr lang="en-US" altLang="zh-TW" dirty="0"/>
              <a:t>N</a:t>
            </a:r>
            <a:r>
              <a:rPr lang="zh-TW" altLang="en-US" dirty="0"/>
              <a:t>名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BADFB9C-02D6-3420-CA4A-8962D7F7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335C0CAA-A31D-B6CC-9C78-E6DA33092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19200"/>
            <a:ext cx="9888538" cy="5029200"/>
          </a:xfrm>
        </p:spPr>
        <p:txBody>
          <a:bodyPr/>
          <a:lstStyle/>
          <a:p>
            <a:r>
              <a:rPr lang="en-US" altLang="zh-TW" dirty="0"/>
              <a:t>N	</a:t>
            </a:r>
            <a:r>
              <a:rPr lang="zh-TW" altLang="en-US" dirty="0"/>
              <a:t>終值	</a:t>
            </a:r>
            <a:r>
              <a:rPr lang="en-US" altLang="zh-TW" dirty="0"/>
              <a:t>	</a:t>
            </a:r>
            <a:r>
              <a:rPr lang="zh-TW" altLang="en-US" dirty="0"/>
              <a:t>總報酬	</a:t>
            </a:r>
            <a:r>
              <a:rPr lang="en-US" altLang="zh-TW" dirty="0"/>
              <a:t>	2022	</a:t>
            </a:r>
            <a:r>
              <a:rPr lang="zh-TW" altLang="en-US" dirty="0"/>
              <a:t>特點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50</a:t>
            </a:r>
            <a:r>
              <a:rPr lang="en-US" altLang="zh-TW" dirty="0"/>
              <a:t>	NT$3,375,917	+575.2%		</a:t>
            </a:r>
            <a:r>
              <a:rPr lang="en-US" altLang="zh-TW" dirty="0">
                <a:highlight>
                  <a:srgbClr val="FFFF00"/>
                </a:highlight>
              </a:rPr>
              <a:t>-3.3%</a:t>
            </a:r>
            <a:r>
              <a:rPr lang="en-US" altLang="zh-TW" dirty="0"/>
              <a:t>	</a:t>
            </a:r>
            <a:r>
              <a:rPr lang="zh-TW" altLang="en-US" dirty="0">
                <a:highlight>
                  <a:srgbClr val="FFFF00"/>
                </a:highlight>
              </a:rPr>
              <a:t>最高報酬</a:t>
            </a:r>
            <a:r>
              <a:rPr lang="zh-TW" altLang="en-US" dirty="0"/>
              <a:t>，熊市如實下跌</a:t>
            </a:r>
          </a:p>
          <a:p>
            <a:r>
              <a:rPr lang="en-US" altLang="zh-TW" dirty="0"/>
              <a:t>100	NT$2,758,355	+451.7%	+	12.8%	</a:t>
            </a:r>
            <a:r>
              <a:rPr lang="zh-TW" altLang="en-US" dirty="0"/>
              <a:t>中間值，</a:t>
            </a:r>
            <a:r>
              <a:rPr lang="en-US" altLang="zh-TW" dirty="0"/>
              <a:t>2024 </a:t>
            </a:r>
            <a:r>
              <a:rPr lang="zh-TW" altLang="en-US" dirty="0"/>
              <a:t>回撤較大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150</a:t>
            </a:r>
            <a:r>
              <a:rPr lang="en-US" altLang="zh-TW" dirty="0"/>
              <a:t>	NT$2,350,489	+370.1%		</a:t>
            </a:r>
            <a:r>
              <a:rPr lang="en-US" altLang="zh-TW" dirty="0">
                <a:highlight>
                  <a:srgbClr val="FFFF00"/>
                </a:highlight>
              </a:rPr>
              <a:t>+18.9%</a:t>
            </a:r>
            <a:r>
              <a:rPr lang="en-US" altLang="zh-TW" dirty="0"/>
              <a:t>	</a:t>
            </a:r>
            <a:r>
              <a:rPr lang="zh-TW" altLang="en-US" dirty="0">
                <a:highlight>
                  <a:srgbClr val="FFFF00"/>
                </a:highlight>
              </a:rPr>
              <a:t>最穩定</a:t>
            </a:r>
          </a:p>
          <a:p>
            <a:r>
              <a:rPr lang="zh-TW" altLang="en-US" dirty="0"/>
              <a:t>使用者可以直接用環境變數切換：</a:t>
            </a:r>
          </a:p>
          <a:p>
            <a:r>
              <a:rPr lang="en-US" altLang="zh-TW" dirty="0"/>
              <a:t>STOCK_NO=50 python scripts/stock_selector_grid.py --recommend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0995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7185B-976E-43E3-C086-246CEFB2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24E98E-8CFA-B2F7-2095-9232A6EB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609600"/>
          </a:xfrm>
        </p:spPr>
        <p:txBody>
          <a:bodyPr>
            <a:normAutofit/>
          </a:bodyPr>
          <a:lstStyle/>
          <a:p>
            <a:r>
              <a:rPr lang="zh-TW" altLang="en-US" dirty="0"/>
              <a:t>選股</a:t>
            </a:r>
            <a:r>
              <a:rPr lang="en-US" altLang="zh-TW" dirty="0"/>
              <a:t>-</a:t>
            </a:r>
            <a:r>
              <a:rPr lang="zh-TW" altLang="en-US" dirty="0"/>
              <a:t>動能與核心</a:t>
            </a:r>
            <a:r>
              <a:rPr lang="en-US" altLang="zh-TW" dirty="0"/>
              <a:t>+</a:t>
            </a:r>
            <a:r>
              <a:rPr lang="zh-TW" altLang="en-US" dirty="0"/>
              <a:t>衛星 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AB7F6C-2525-B4B5-DF93-A45E9F56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5A24D0AB-52DF-BA03-DA97-2B5A3A2FC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19200"/>
            <a:ext cx="9888538" cy="5029200"/>
          </a:xfrm>
        </p:spPr>
        <p:txBody>
          <a:bodyPr>
            <a:normAutofit lnSpcReduction="10000"/>
          </a:bodyPr>
          <a:lstStyle/>
          <a:p>
            <a:r>
              <a:rPr lang="zh-TW" altLang="zh-TW" dirty="0"/>
              <a:t>純動能 N=50</a:t>
            </a:r>
            <a:r>
              <a:rPr lang="zh-TW" altLang="zh-TW" b="0" dirty="0"/>
              <a:t>（+</a:t>
            </a:r>
            <a:r>
              <a:rPr lang="zh-TW" altLang="zh-TW" dirty="0"/>
              <a:t>575.2%</a:t>
            </a:r>
            <a:r>
              <a:rPr lang="zh-TW" altLang="zh-TW" b="0" dirty="0"/>
              <a:t>）</a:t>
            </a:r>
          </a:p>
          <a:p>
            <a:r>
              <a:rPr lang="zh-TW" altLang="zh-TW" b="0" dirty="0"/>
              <a:t>2022: -3.3%   ← 熊市如實下跌，沒有造假</a:t>
            </a:r>
          </a:p>
          <a:p>
            <a:r>
              <a:rPr lang="zh-TW" altLang="zh-TW" b="0" dirty="0"/>
              <a:t>2023: </a:t>
            </a:r>
            <a:r>
              <a:rPr lang="zh-TW" altLang="zh-TW" b="0" dirty="0">
                <a:highlight>
                  <a:srgbClr val="FFFF00"/>
                </a:highlight>
              </a:rPr>
              <a:t>+170.2% </a:t>
            </a:r>
            <a:r>
              <a:rPr lang="zh-TW" altLang="zh-TW" b="0" dirty="0"/>
              <a:t>← AI 爆發</a:t>
            </a:r>
          </a:p>
          <a:p>
            <a:r>
              <a:rPr lang="zh-TW" altLang="zh-TW" b="0" dirty="0"/>
              <a:t>2024: +8.8%</a:t>
            </a:r>
          </a:p>
          <a:p>
            <a:r>
              <a:rPr lang="zh-TW" altLang="zh-TW" b="0" dirty="0"/>
              <a:t>2025: +137.5% ← Q3 +77.2%</a:t>
            </a:r>
          </a:p>
          <a:p>
            <a:r>
              <a:rPr lang="zh-TW" altLang="zh-TW" dirty="0"/>
              <a:t>核心+衛星 N=100</a:t>
            </a:r>
            <a:r>
              <a:rPr lang="zh-TW" altLang="zh-TW" b="0" dirty="0"/>
              <a:t>（</a:t>
            </a:r>
            <a:r>
              <a:rPr lang="zh-TW" altLang="zh-TW" dirty="0"/>
              <a:t>+774.3</a:t>
            </a:r>
            <a:r>
              <a:rPr lang="zh-TW" altLang="zh-TW" b="0" dirty="0"/>
              <a:t>%）</a:t>
            </a:r>
            <a:r>
              <a:rPr lang="en-US" altLang="zh-TW" dirty="0"/>
              <a:t>=&gt;</a:t>
            </a:r>
            <a:r>
              <a:rPr lang="zh-TW" altLang="en-US" dirty="0"/>
              <a:t>爆發年</a:t>
            </a:r>
            <a:r>
              <a:rPr lang="en-US" altLang="zh-TW" dirty="0"/>
              <a:t>,</a:t>
            </a:r>
            <a:r>
              <a:rPr lang="zh-TW" altLang="en-US" dirty="0"/>
              <a:t>衝力更大</a:t>
            </a:r>
            <a:r>
              <a:rPr lang="en-US" altLang="zh-TW" dirty="0"/>
              <a:t>!</a:t>
            </a:r>
            <a:endParaRPr lang="zh-TW" altLang="zh-TW" dirty="0"/>
          </a:p>
          <a:p>
            <a:r>
              <a:rPr lang="zh-TW" altLang="zh-TW" b="0" dirty="0"/>
              <a:t>2022: +13.1%</a:t>
            </a:r>
          </a:p>
          <a:p>
            <a:r>
              <a:rPr lang="zh-TW" altLang="zh-TW" b="0" dirty="0"/>
              <a:t>2023: +</a:t>
            </a:r>
            <a:r>
              <a:rPr lang="zh-TW" altLang="zh-TW" b="0" dirty="0">
                <a:highlight>
                  <a:srgbClr val="FFFF00"/>
                </a:highlight>
              </a:rPr>
              <a:t>247.7%</a:t>
            </a:r>
            <a:r>
              <a:rPr lang="zh-TW" altLang="zh-TW" b="0" dirty="0"/>
              <a:t> ← AI 爆發（Q1 +75.9%）</a:t>
            </a:r>
          </a:p>
          <a:p>
            <a:r>
              <a:rPr lang="zh-TW" altLang="zh-TW" b="0" dirty="0"/>
              <a:t>2024: +1.9%</a:t>
            </a:r>
          </a:p>
          <a:p>
            <a:r>
              <a:rPr lang="zh-TW" altLang="zh-TW" b="0" dirty="0"/>
              <a:t>2025: +118.1% ← Q3 +70.2%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1410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3CDE4A-9D5D-6E5C-C789-3A23B9CA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926" y="280416"/>
            <a:ext cx="4914900" cy="533400"/>
          </a:xfrm>
        </p:spPr>
        <p:txBody>
          <a:bodyPr/>
          <a:lstStyle/>
          <a:p>
            <a:r>
              <a:rPr lang="zh-TW" altLang="en-US" dirty="0"/>
              <a:t>選股的差異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9B963A3-F69D-AC9C-AEDF-C723ED49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CFD6DEC-F622-420D-233B-EC96009714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212" y="981456"/>
            <a:ext cx="9220200" cy="33569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3A7793C4-28A7-1FE6-D7D5-6B9E94791B95}"/>
                  </a:ext>
                </a:extLst>
              </p14:cNvPr>
              <p14:cNvContentPartPr/>
              <p14:nvPr/>
            </p14:nvContentPartPr>
            <p14:xfrm>
              <a:off x="6345864" y="2386584"/>
              <a:ext cx="567360" cy="2772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3A7793C4-28A7-1FE6-D7D5-6B9E94791B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7864" y="2368584"/>
                <a:ext cx="603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4D7C0B7F-2A41-915F-6A4A-CE1AA20EE12B}"/>
                  </a:ext>
                </a:extLst>
              </p14:cNvPr>
              <p14:cNvContentPartPr/>
              <p14:nvPr/>
            </p14:nvContentPartPr>
            <p14:xfrm>
              <a:off x="8924184" y="2376144"/>
              <a:ext cx="1059120" cy="1116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4D7C0B7F-2A41-915F-6A4A-CE1AA20EE1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06544" y="2358504"/>
                <a:ext cx="10947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179C4647-E252-E256-E2BE-5BE5C2CC5750}"/>
                  </a:ext>
                </a:extLst>
              </p14:cNvPr>
              <p14:cNvContentPartPr/>
              <p14:nvPr/>
            </p14:nvContentPartPr>
            <p14:xfrm>
              <a:off x="3511224" y="2432304"/>
              <a:ext cx="503280" cy="936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179C4647-E252-E256-E2BE-5BE5C2CC57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93224" y="2414304"/>
                <a:ext cx="5389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9E108FDA-6A20-4155-5EE4-41BD4FC783F6}"/>
                  </a:ext>
                </a:extLst>
              </p14:cNvPr>
              <p14:cNvContentPartPr/>
              <p14:nvPr/>
            </p14:nvContentPartPr>
            <p14:xfrm>
              <a:off x="3538584" y="2880144"/>
              <a:ext cx="466560" cy="1872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9E108FDA-6A20-4155-5EE4-41BD4FC783F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20584" y="2862144"/>
                <a:ext cx="5022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672C7B32-C47F-1709-5CE8-8B4E49649409}"/>
                  </a:ext>
                </a:extLst>
              </p14:cNvPr>
              <p14:cNvContentPartPr/>
              <p14:nvPr/>
            </p14:nvContentPartPr>
            <p14:xfrm>
              <a:off x="6327504" y="2871144"/>
              <a:ext cx="658800" cy="36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672C7B32-C47F-1709-5CE8-8B4E4964940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09504" y="2853144"/>
                <a:ext cx="694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EB961CBE-0F23-0146-A3D0-C530F61BF1FC}"/>
                  </a:ext>
                </a:extLst>
              </p14:cNvPr>
              <p14:cNvContentPartPr/>
              <p14:nvPr/>
            </p14:nvContentPartPr>
            <p14:xfrm>
              <a:off x="1691424" y="3686544"/>
              <a:ext cx="953280" cy="5436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EB961CBE-0F23-0146-A3D0-C530F61BF1F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73784" y="3668544"/>
                <a:ext cx="9889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D5BCCDB7-C07C-9FB0-CE28-B4998B4F36D1}"/>
                  </a:ext>
                </a:extLst>
              </p14:cNvPr>
              <p14:cNvContentPartPr/>
              <p14:nvPr/>
            </p14:nvContentPartPr>
            <p14:xfrm>
              <a:off x="3492864" y="3694104"/>
              <a:ext cx="494280" cy="4608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D5BCCDB7-C07C-9FB0-CE28-B4998B4F36D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74864" y="3676104"/>
                <a:ext cx="5299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09CA4E26-EDFC-D14E-F06B-E0586A95F298}"/>
                  </a:ext>
                </a:extLst>
              </p14:cNvPr>
              <p14:cNvContentPartPr/>
              <p14:nvPr/>
            </p14:nvContentPartPr>
            <p14:xfrm>
              <a:off x="6354864" y="3748824"/>
              <a:ext cx="667800" cy="360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09CA4E26-EDFC-D14E-F06B-E0586A95F29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36864" y="3730824"/>
                <a:ext cx="703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C51B6797-4DC8-3EE4-CD84-844DEE2FA2EC}"/>
                  </a:ext>
                </a:extLst>
              </p14:cNvPr>
              <p14:cNvContentPartPr/>
              <p14:nvPr/>
            </p14:nvContentPartPr>
            <p14:xfrm>
              <a:off x="3602664" y="1911024"/>
              <a:ext cx="420840" cy="55080"/>
            </p14:xfrm>
          </p:contentPart>
        </mc:Choice>
        <mc:Fallback xmlns=""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C51B6797-4DC8-3EE4-CD84-844DEE2FA2E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84664" y="1893024"/>
                <a:ext cx="45648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5" name="筆跡 24">
                <a:extLst>
                  <a:ext uri="{FF2B5EF4-FFF2-40B4-BE49-F238E27FC236}">
                    <a16:creationId xmlns:a16="http://schemas.microsoft.com/office/drawing/2014/main" id="{0ECDE0DA-0503-DEC2-5542-C278A233FEBA}"/>
                  </a:ext>
                </a:extLst>
              </p14:cNvPr>
              <p14:cNvContentPartPr/>
              <p14:nvPr/>
            </p14:nvContentPartPr>
            <p14:xfrm>
              <a:off x="6409944" y="1883664"/>
              <a:ext cx="576360" cy="9360"/>
            </p14:xfrm>
          </p:contentPart>
        </mc:Choice>
        <mc:Fallback xmlns="">
          <p:pic>
            <p:nvPicPr>
              <p:cNvPr id="25" name="筆跡 24">
                <a:extLst>
                  <a:ext uri="{FF2B5EF4-FFF2-40B4-BE49-F238E27FC236}">
                    <a16:creationId xmlns:a16="http://schemas.microsoft.com/office/drawing/2014/main" id="{0ECDE0DA-0503-DEC2-5542-C278A233FEB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91944" y="1865664"/>
                <a:ext cx="612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7" name="筆跡 26">
                <a:extLst>
                  <a:ext uri="{FF2B5EF4-FFF2-40B4-BE49-F238E27FC236}">
                    <a16:creationId xmlns:a16="http://schemas.microsoft.com/office/drawing/2014/main" id="{03B17DB8-4505-0C66-B77D-52E9EC111A52}"/>
                  </a:ext>
                </a:extLst>
              </p14:cNvPr>
              <p14:cNvContentPartPr/>
              <p14:nvPr/>
            </p14:nvContentPartPr>
            <p14:xfrm>
              <a:off x="6083784" y="3848184"/>
              <a:ext cx="1118520" cy="442440"/>
            </p14:xfrm>
          </p:contentPart>
        </mc:Choice>
        <mc:Fallback xmlns="">
          <p:pic>
            <p:nvPicPr>
              <p:cNvPr id="27" name="筆跡 26">
                <a:extLst>
                  <a:ext uri="{FF2B5EF4-FFF2-40B4-BE49-F238E27FC236}">
                    <a16:creationId xmlns:a16="http://schemas.microsoft.com/office/drawing/2014/main" id="{03B17DB8-4505-0C66-B77D-52E9EC111A5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65784" y="3830184"/>
                <a:ext cx="115416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FEF38B9D-61FB-F370-1F92-E22E41A4503B}"/>
                  </a:ext>
                </a:extLst>
              </p14:cNvPr>
              <p14:cNvContentPartPr/>
              <p14:nvPr/>
            </p14:nvContentPartPr>
            <p14:xfrm>
              <a:off x="7534584" y="4224384"/>
              <a:ext cx="1271160" cy="27720"/>
            </p14:xfrm>
          </p:contentPart>
        </mc:Choice>
        <mc:Fallback xmlns=""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FEF38B9D-61FB-F370-1F92-E22E41A4503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516584" y="4206384"/>
                <a:ext cx="1306800" cy="6336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4F443DDC-A741-F64F-01A0-E94799829652}"/>
              </a:ext>
            </a:extLst>
          </p:cNvPr>
          <p:cNvSpPr txBox="1"/>
          <p:nvPr/>
        </p:nvSpPr>
        <p:spPr>
          <a:xfrm>
            <a:off x="1446212" y="4610400"/>
            <a:ext cx="922020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zh-TW" altLang="en-US" dirty="0">
                <a:hlinkClick r:id="rId27"/>
              </a:rPr>
              <a:t>詳細選股過程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363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A8DF5D-3655-27C9-5FC4-E4C259DB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542" y="304800"/>
            <a:ext cx="10359395" cy="609600"/>
          </a:xfrm>
        </p:spPr>
        <p:txBody>
          <a:bodyPr/>
          <a:lstStyle/>
          <a:p>
            <a:r>
              <a:rPr lang="zh-TW" altLang="en-US" dirty="0"/>
              <a:t>打開</a:t>
            </a:r>
            <a:r>
              <a:rPr lang="zh-TW" altLang="en-US" dirty="0">
                <a:hlinkClick r:id="rId2"/>
              </a:rPr>
              <a:t>雲端主機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B1ECD9B-EE16-925F-AF19-1A4862AF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57E686-6D7A-8D07-89B9-AA9FE22DB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914400"/>
            <a:ext cx="10341932" cy="5334000"/>
          </a:xfrm>
        </p:spPr>
        <p:txBody>
          <a:bodyPr/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打開控制台</a:t>
            </a:r>
            <a:r>
              <a:rPr lang="en-US" altLang="zh-TW" dirty="0"/>
              <a:t>(</a:t>
            </a:r>
            <a:r>
              <a:rPr lang="zh-TW" altLang="en-US" dirty="0"/>
              <a:t>必須先申請好雲端主機</a:t>
            </a:r>
            <a:r>
              <a:rPr lang="en-US" altLang="zh-TW" dirty="0"/>
              <a:t>)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880BFCA-7FB3-1D61-1206-41BC5FDE3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77231"/>
            <a:ext cx="3810000" cy="14743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DC8FEF4-1C73-9E08-18A9-BB1C86C5C4FD}"/>
              </a:ext>
            </a:extLst>
          </p:cNvPr>
          <p:cNvSpPr txBox="1"/>
          <p:nvPr/>
        </p:nvSpPr>
        <p:spPr>
          <a:xfrm>
            <a:off x="6094412" y="914400"/>
            <a:ext cx="5715000" cy="5410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6511D77-0EE2-A80F-9A9E-9D4C18970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274" y="1670619"/>
            <a:ext cx="10590213" cy="510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84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240B09-174C-FCD3-971F-AE0E9452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0" y="273148"/>
            <a:ext cx="10359395" cy="609600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點</a:t>
            </a:r>
            <a:r>
              <a:rPr lang="en-US" altLang="zh-TW" sz="2800" dirty="0"/>
              <a:t>Compute Engine=&gt;</a:t>
            </a:r>
            <a:r>
              <a:rPr lang="zh-TW" altLang="en-US" sz="2800" dirty="0"/>
              <a:t>查看</a:t>
            </a:r>
            <a:r>
              <a:rPr lang="en-US" altLang="zh-TW" sz="2800" dirty="0"/>
              <a:t>VM</a:t>
            </a:r>
            <a:r>
              <a:rPr lang="zh-TW" altLang="en-US" sz="2800" dirty="0"/>
              <a:t>執行個體</a:t>
            </a:r>
            <a:r>
              <a:rPr lang="en-US" altLang="zh-TW" sz="2800" dirty="0"/>
              <a:t>(</a:t>
            </a:r>
            <a:r>
              <a:rPr lang="zh-TW" altLang="en-US" sz="2800" dirty="0"/>
              <a:t>建議加入捷徑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70BE2C-3296-8152-F432-8FF58131B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3650E36-70C1-C9F5-6431-B027593C9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0012" y="830932"/>
            <a:ext cx="9848122" cy="2580109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F1E1DEE-8E8E-9E3D-6A49-5471DC8023C6}"/>
              </a:ext>
            </a:extLst>
          </p:cNvPr>
          <p:cNvSpPr txBox="1">
            <a:spLocks/>
          </p:cNvSpPr>
          <p:nvPr/>
        </p:nvSpPr>
        <p:spPr bwMode="auto">
          <a:xfrm>
            <a:off x="1313558" y="3664025"/>
            <a:ext cx="10359395" cy="609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點擊你的</a:t>
            </a:r>
            <a:r>
              <a:rPr lang="en-US" altLang="zh-TW" dirty="0"/>
              <a:t>VM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C5BA159-8055-AAC0-2D0B-449A69260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1" y="4114800"/>
            <a:ext cx="11145805" cy="1562318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85546BC8-1EB0-5EE4-6AB7-08F3E57BF47B}"/>
              </a:ext>
            </a:extLst>
          </p:cNvPr>
          <p:cNvSpPr txBox="1">
            <a:spLocks/>
          </p:cNvSpPr>
          <p:nvPr/>
        </p:nvSpPr>
        <p:spPr bwMode="auto">
          <a:xfrm>
            <a:off x="1173365" y="5887518"/>
            <a:ext cx="10359395" cy="6096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VM</a:t>
            </a:r>
            <a:r>
              <a:rPr lang="zh-TW" altLang="en-US" dirty="0">
                <a:highlight>
                  <a:srgbClr val="FFFF00"/>
                </a:highlight>
              </a:rPr>
              <a:t>啟動</a:t>
            </a:r>
            <a:r>
              <a:rPr lang="en-US" altLang="zh-TW" dirty="0"/>
              <a:t>/</a:t>
            </a:r>
            <a:r>
              <a:rPr lang="zh-TW" altLang="en-US" dirty="0">
                <a:highlight>
                  <a:srgbClr val="FFFF00"/>
                </a:highlight>
              </a:rPr>
              <a:t>停止</a:t>
            </a:r>
            <a:r>
              <a:rPr lang="zh-TW" altLang="en-US" dirty="0"/>
              <a:t>都在本頁控制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>
                <a:highlight>
                  <a:srgbClr val="FFFF00"/>
                </a:highlight>
              </a:rPr>
              <a:t>SSH</a:t>
            </a:r>
            <a:r>
              <a:rPr lang="zh-TW" altLang="en-US" dirty="0"/>
              <a:t>也於此進入</a:t>
            </a:r>
            <a:r>
              <a:rPr lang="en-US" altLang="zh-TW" dirty="0"/>
              <a:t>,</a:t>
            </a:r>
            <a:r>
              <a:rPr lang="zh-TW" altLang="en-US" dirty="0">
                <a:highlight>
                  <a:srgbClr val="FFFF00"/>
                </a:highlight>
              </a:rPr>
              <a:t>外部</a:t>
            </a:r>
            <a:r>
              <a:rPr lang="en-US" altLang="zh-TW" dirty="0">
                <a:highlight>
                  <a:srgbClr val="FFFF00"/>
                </a:highlight>
              </a:rPr>
              <a:t>IP</a:t>
            </a:r>
            <a:r>
              <a:rPr lang="zh-TW" altLang="en-US" dirty="0"/>
              <a:t>於此顯示</a:t>
            </a:r>
          </a:p>
        </p:txBody>
      </p:sp>
    </p:spTree>
    <p:extLst>
      <p:ext uri="{BB962C8B-B14F-4D97-AF65-F5344CB8AC3E}">
        <p14:creationId xmlns:p14="http://schemas.microsoft.com/office/powerpoint/2010/main" val="83079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D2F1EB-A12F-A97E-8878-09EA43F1F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10287000" cy="4572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進入</a:t>
            </a:r>
            <a:r>
              <a:rPr lang="en-US" altLang="zh-TW" dirty="0" err="1"/>
              <a:t>wsl</a:t>
            </a:r>
            <a:r>
              <a:rPr lang="en-US" altLang="zh-TW" dirty="0"/>
              <a:t>-enable Google Cloud SDK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E815AC6-3EB3-59FE-5C80-97AEDB04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A5C488-F29B-D84C-CD7D-C462178DF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95400"/>
            <a:ext cx="10287000" cy="5334000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/>
              <a:t>先於</a:t>
            </a:r>
            <a:r>
              <a:rPr lang="en-US" altLang="zh-TW" dirty="0" err="1"/>
              <a:t>cmd</a:t>
            </a:r>
            <a:r>
              <a:rPr lang="zh-TW" altLang="en-US" dirty="0"/>
              <a:t>中</a:t>
            </a:r>
            <a:r>
              <a:rPr lang="en-US" altLang="zh-TW" dirty="0"/>
              <a:t>:</a:t>
            </a:r>
            <a:r>
              <a:rPr lang="en-US" altLang="zh-TW" dirty="0" err="1"/>
              <a:t>wsl</a:t>
            </a:r>
            <a:r>
              <a:rPr lang="en-US" altLang="zh-TW" dirty="0"/>
              <a:t> -d ubuntu</a:t>
            </a:r>
            <a:br>
              <a:rPr lang="en-US" altLang="zh-TW" dirty="0"/>
            </a:br>
            <a:r>
              <a:rPr lang="zh-TW" altLang="en-US" dirty="0"/>
              <a:t>再於</a:t>
            </a:r>
            <a:r>
              <a:rPr lang="en-US" altLang="zh-TW" dirty="0" err="1"/>
              <a:t>wsl</a:t>
            </a:r>
            <a:r>
              <a:rPr lang="zh-TW" altLang="en-US" dirty="0"/>
              <a:t>中</a:t>
            </a:r>
            <a:r>
              <a:rPr lang="en-US" altLang="zh-TW" dirty="0"/>
              <a:t>enable </a:t>
            </a:r>
            <a:r>
              <a:rPr lang="en-US" altLang="zh-TW" dirty="0" err="1"/>
              <a:t>venv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activate_venv</a:t>
            </a:r>
            <a:br>
              <a:rPr lang="en-US" altLang="zh-TW" dirty="0"/>
            </a:br>
            <a:r>
              <a:rPr lang="zh-TW" altLang="en-US" dirty="0"/>
              <a:t>再進行</a:t>
            </a:r>
            <a:r>
              <a:rPr lang="en-US" altLang="zh-TW" dirty="0"/>
              <a:t>GCP</a:t>
            </a:r>
            <a:r>
              <a:rPr lang="zh-TW" altLang="en-US" dirty="0"/>
              <a:t> 認證</a:t>
            </a:r>
            <a:r>
              <a:rPr lang="en-US" altLang="zh-TW" dirty="0"/>
              <a:t>:</a:t>
            </a:r>
            <a:r>
              <a:rPr lang="en-US" altLang="zh-TW" dirty="0" err="1"/>
              <a:t>VM_auth</a:t>
            </a:r>
            <a:br>
              <a:rPr lang="en-US" altLang="zh-TW" dirty="0"/>
            </a:br>
            <a:endParaRPr lang="en-US" altLang="zh-TW" dirty="0"/>
          </a:p>
          <a:p>
            <a:br>
              <a:rPr lang="en-US" altLang="zh-TW" dirty="0"/>
            </a:br>
            <a:endParaRPr lang="en-US" altLang="zh-TW" dirty="0"/>
          </a:p>
          <a:p>
            <a:br/>
            <a:r>
              <a:rPr/>
              <a:t>這時候會跳到chrome選擇你的google帳戶</a:t>
            </a:r>
            <a:br/>
            <a:r>
              <a:rPr/>
              <a:t>然後出現SDK要存取你的帳戶,點擊允許.</a:t>
            </a:r>
            <a:br/>
            <a:br/>
            <a:br/>
            <a:br/>
            <a:br/>
            <a:br/>
            <a:br/>
            <a:br/>
            <a:r>
              <a:rPr/>
              <a:t>此時可以回到wsl:會有以下訊息=&gt;</a:t>
            </a:r>
            <a:br/>
            <a:br/>
            <a:br/>
            <a:r>
              <a:rPr/>
              <a:t>“You are now logged in as [frank@dinchen.com.tw].</a:t>
            </a:r>
            <a:br/>
            <a:r>
              <a:rPr/>
              <a:t>Your current project is [tw-selfselect].  You can change this setting by running:”</a:t>
            </a:r>
            <a:br/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80921E4-7DA1-8AB6-BB54-A7C0FDF57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11" y="2057400"/>
            <a:ext cx="4433981" cy="1143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B95B9D0-E91A-E23C-D822-D05430D0F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12" y="1524000"/>
            <a:ext cx="4797072" cy="354482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173BBD5-D1F9-D87D-5E7F-E711CE886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0794" y="3733800"/>
            <a:ext cx="4463085" cy="126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35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15815-D293-1EC0-484A-8C22DD26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609600"/>
            <a:ext cx="10359395" cy="609600"/>
          </a:xfrm>
        </p:spPr>
        <p:txBody>
          <a:bodyPr/>
          <a:lstStyle/>
          <a:p>
            <a:r>
              <a:rPr lang="zh-TW" altLang="en-US" dirty="0"/>
              <a:t>佈署程式到</a:t>
            </a:r>
            <a:r>
              <a:rPr lang="en-US" altLang="zh-TW" dirty="0"/>
              <a:t>VM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39E06C1-7E35-86FC-B18C-8E6BE85F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4DD5BFA-BCC9-9279-83E9-25B287EF9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19200"/>
            <a:ext cx="10117138" cy="5029200"/>
          </a:xfrm>
        </p:spPr>
        <p:txBody>
          <a:bodyPr/>
          <a:lstStyle/>
          <a:p>
            <a:r>
              <a:rPr/>
              <a:t>在 WSL 的 ~/tw-selfselect/ 目錄執行：</a:t>
            </a:r>
          </a:p>
          <a:p>
            <a:r>
              <a:rPr/>
              <a:t>./deploy_source.sh</a:t>
            </a:r>
          </a:p>
          <a:p>
            <a:r>
              <a:rPr/>
              <a:t>（preflight 測試 → 建 image → SSH 直傳 → VM 載入 → 重啟容器 → 驗證指紋）</a:t>
            </a:r>
          </a:p>
          <a:p>
            <a:r>
              <a:rPr/>
              <a:t>不再有加密版／源碼版兩種腳本——本專案一律源碼部署。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6212" y="2286000"/>
            <a:ext cx="7506748" cy="3477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i="1">
                <a:solidFill>
                  <a:srgbClr val="999999"/>
                </a:solidFill>
              </a:rPr>
              <a:t>（./deploy_source.sh 實際輸出截圖待補）</a:t>
            </a:r>
          </a:p>
        </p:txBody>
      </p:sp>
    </p:spTree>
    <p:extLst>
      <p:ext uri="{BB962C8B-B14F-4D97-AF65-F5344CB8AC3E}">
        <p14:creationId xmlns:p14="http://schemas.microsoft.com/office/powerpoint/2010/main" val="3973402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0C19A-0E49-2338-BA6F-6985F49F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609600"/>
            <a:ext cx="10359395" cy="609600"/>
          </a:xfrm>
        </p:spPr>
        <p:txBody>
          <a:bodyPr/>
          <a:lstStyle/>
          <a:p>
            <a:r>
              <a:rPr lang="zh-TW" altLang="en-US" dirty="0"/>
              <a:t>佈署程式到</a:t>
            </a:r>
            <a:r>
              <a:rPr lang="en-US" altLang="zh-TW" dirty="0"/>
              <a:t>VM(</a:t>
            </a:r>
            <a:r>
              <a:rPr lang="zh-TW" altLang="en-US" dirty="0"/>
              <a:t>整個編譯</a:t>
            </a:r>
            <a:r>
              <a:rPr lang="en-US" altLang="zh-TW" dirty="0"/>
              <a:t>/</a:t>
            </a:r>
            <a:r>
              <a:rPr lang="zh-TW" altLang="en-US" dirty="0"/>
              <a:t>壓縮</a:t>
            </a:r>
            <a:r>
              <a:rPr lang="en-US" altLang="zh-TW" dirty="0"/>
              <a:t>/</a:t>
            </a:r>
            <a:r>
              <a:rPr lang="zh-TW" altLang="en-US" dirty="0"/>
              <a:t>上傳歷時需數分鐘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9742907-3BCD-043F-F141-F5E27AB9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3F3E27FA-E902-9067-AFEB-26F792633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811" y="1295400"/>
            <a:ext cx="9835625" cy="498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80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81F91D-344A-6011-D70C-3DB2796C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609600"/>
            <a:ext cx="10134601" cy="609600"/>
          </a:xfrm>
        </p:spPr>
        <p:txBody>
          <a:bodyPr/>
          <a:lstStyle/>
          <a:p>
            <a:r>
              <a:rPr lang="en-US" altLang="zh-TW" dirty="0" err="1"/>
              <a:t>wsl</a:t>
            </a:r>
            <a:r>
              <a:rPr lang="zh-TW" altLang="en-US" dirty="0"/>
              <a:t>輸入</a:t>
            </a:r>
            <a:r>
              <a:rPr lang="en-US" altLang="zh-TW" dirty="0"/>
              <a:t>:</a:t>
            </a:r>
            <a:r>
              <a:rPr lang="en-US" altLang="zh-TW" dirty="0" err="1"/>
              <a:t>VM_log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E987E4-5522-EB32-4CF3-E8F06481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D884C69-1919-7550-F259-419A23ED7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212" y="1219200"/>
            <a:ext cx="7391400" cy="3754702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B6FEC18E-CCCA-6016-069C-4F50D4AE33CD}"/>
              </a:ext>
            </a:extLst>
          </p:cNvPr>
          <p:cNvSpPr txBox="1">
            <a:spLocks/>
          </p:cNvSpPr>
          <p:nvPr/>
        </p:nvSpPr>
        <p:spPr bwMode="auto">
          <a:xfrm>
            <a:off x="1330323" y="5278702"/>
            <a:ext cx="10134601" cy="609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如果有問題</a:t>
            </a:r>
            <a:r>
              <a:rPr lang="en-US" altLang="zh-TW" dirty="0"/>
              <a:t>,</a:t>
            </a:r>
            <a:r>
              <a:rPr lang="zh-TW" altLang="en-US" dirty="0"/>
              <a:t>會顯示出錯誤訊息</a:t>
            </a:r>
          </a:p>
        </p:txBody>
      </p:sp>
    </p:spTree>
    <p:extLst>
      <p:ext uri="{BB962C8B-B14F-4D97-AF65-F5344CB8AC3E}">
        <p14:creationId xmlns:p14="http://schemas.microsoft.com/office/powerpoint/2010/main" val="3754438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73CA6-6A06-0B0D-643A-B5C056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228600"/>
            <a:ext cx="10359395" cy="533400"/>
          </a:xfrm>
        </p:spPr>
        <p:txBody>
          <a:bodyPr/>
          <a:lstStyle/>
          <a:p>
            <a:r>
              <a:rPr lang="en-US" altLang="zh-TW" dirty="0"/>
              <a:t>TG</a:t>
            </a:r>
            <a:r>
              <a:rPr lang="zh-TW" altLang="en-US" dirty="0"/>
              <a:t>上的回報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182853F-612B-B7FC-DDE1-23FBE9A7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F5406CD-366E-C503-41D1-34E858415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3" y="781050"/>
            <a:ext cx="5122861" cy="5181600"/>
          </a:xfrm>
        </p:spPr>
        <p:txBody>
          <a:bodyPr/>
          <a:lstStyle/>
          <a:p>
            <a:r>
              <a:rPr lang="en-US" altLang="zh-TW" dirty="0"/>
              <a:t>原始碼公開：把第 10~11 行 SYS_TELEGRAM_BOT／SYS_TELEGRAM_CHAT_ID 的值改成你自己的即可</a:t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 err="1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zh-TW" altLang="zh-TW" sz="1600" b="0" dirty="0"/>
              <a:t/>
            </a:r>
            <a:r>
              <a:rPr lang="zh-TW" altLang="en-US" sz="1600" b="0" dirty="0"/>
              <a:t/>
            </a:r>
            <a:r>
              <a:rPr lang="zh-TW" altLang="zh-TW" sz="1600" b="0" dirty="0"/>
              <a:t/>
            </a:r>
            <a:r>
              <a:rPr lang="zh-TW" altLang="en-US" sz="1600" dirty="0"/>
              <a:t/>
            </a: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表格版面配置區 4">
            <a:extLst>
              <a:ext uri="{FF2B5EF4-FFF2-40B4-BE49-F238E27FC236}">
                <a16:creationId xmlns:a16="http://schemas.microsoft.com/office/drawing/2014/main" id="{E6FB33FA-AAA1-9F63-6BF5-BDBDC96EC5D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781051"/>
            <a:ext cx="5558794" cy="5686944"/>
          </a:xfrm>
        </p:spPr>
        <p:txBody>
          <a:bodyPr/>
          <a:lstStyle/>
          <a:p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b="1" dirty="0"/>
              <a:t>休眠前持倉報告</a:t>
            </a:r>
            <a:r>
              <a:rPr lang="en-US" altLang="zh-TW" b="1" dirty="0"/>
              <a:t>:</a:t>
            </a:r>
            <a:br>
              <a:rPr lang="en-US" altLang="zh-TW" b="1" dirty="0"/>
            </a:br>
            <a:endParaRPr lang="zh-TW" altLang="en-US" b="1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8E01BB8-E364-2FE0-BA4F-CD04DE1BF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2895600"/>
            <a:ext cx="4772691" cy="387721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6F11761-627E-4693-4096-94E97291E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600284"/>
            <a:ext cx="4315427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518" y="223400"/>
            <a:ext cx="11288947" cy="556323"/>
          </a:xfrm>
          <a:prstGeom prst="rect">
            <a:avLst/>
          </a:prstGeom>
          <a:noFill/>
          <a:ln/>
        </p:spPr>
        <p:txBody>
          <a:bodyPr wrap="square" lIns="0" tIns="0" rIns="0" bIns="107700" rtlCol="0" anchor="t"/>
          <a:lstStyle/>
          <a:p>
            <a:pPr defTabSz="914126">
              <a:lnSpc>
                <a:spcPct val="109000"/>
              </a:lnSpc>
            </a:pPr>
            <a:r>
              <a:rPr lang="en-US" sz="2827" b="1" dirty="0" err="1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風險控管</a:t>
            </a:r>
            <a:endParaRPr lang="en-US" sz="282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7283" y="738667"/>
            <a:ext cx="11288947" cy="37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ct val="109000"/>
              </a:lnSpc>
            </a:pPr>
            <a:r>
              <a:rPr lang="en-US" sz="2391" b="1" dirty="0" err="1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風險參數設定</a:t>
            </a:r>
            <a:r>
              <a:rPr lang="en-US" altLang="zh-TW" sz="2391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</a:t>
            </a:r>
            <a:r>
              <a:rPr lang="zh-TW" altLang="en-US" sz="2391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基本上使用預設即可</a:t>
            </a:r>
            <a:r>
              <a:rPr lang="en-US" altLang="zh-TW" sz="2391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)</a:t>
            </a:r>
            <a:endParaRPr lang="en-US" sz="239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3560" y="1076529"/>
            <a:ext cx="11228479" cy="418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ct val="130000"/>
              </a:lnSpc>
            </a:pPr>
            <a:r>
              <a:rPr lang="en-US" sz="2174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在 </a:t>
            </a:r>
            <a:r>
              <a:rPr lang="en-US" sz="1848" dirty="0">
                <a:solidFill>
                  <a:srgbClr val="1F2328"/>
                </a:solidFill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2174" dirty="0">
                <a:solidFill>
                  <a:srgbClr val="1F2328"/>
                </a:solidFill>
                <a:highlight>
                  <a:srgbClr val="FFFF00"/>
                </a:highlight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  <a:r>
              <a:rPr lang="en-US" sz="2174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檔案中設定：</a:t>
            </a:r>
            <a:endParaRPr lang="en-US" sz="2174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239340"/>
              </p:ext>
            </p:extLst>
          </p:nvPr>
        </p:nvGraphicFramePr>
        <p:xfrm>
          <a:off x="687120" y="1633644"/>
          <a:ext cx="10958516" cy="2697300"/>
        </p:xfrm>
        <a:graphic>
          <a:graphicData uri="http://schemas.openxmlformats.org/drawingml/2006/table">
            <a:tbl>
              <a:tblPr/>
              <a:tblGrid>
                <a:gridCol w="412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9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參數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預設值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說明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INITIAL_CAPITAL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500000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初始資金（台幣）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E8EBEE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MAX_RISK_PER_TRADE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E8EBEE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0.02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單筆交易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highlight>
                            <a:srgbClr val="FFFF00"/>
                          </a:highlight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最大風險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（2%）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MAX_DAILY_LOSS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0.03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每日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highlight>
                            <a:srgbClr val="FFFF00"/>
                          </a:highlight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最大可接受虧損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（3%）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E8EBEE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MAX_DAILY_TRADES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E8EBEE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highlight>
                            <a:srgbClr val="FFFF00"/>
                          </a:highlight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每日總交易次數上限</a:t>
                      </a:r>
                      <a:endParaRPr 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MAX_DAILY_TRADES_PER_SYMBOL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每檔股票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highlight>
                            <a:srgbClr val="FFFF00"/>
                          </a:highlight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每日交易次數上限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（0=無限制）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7518" y="4330944"/>
            <a:ext cx="11288947" cy="37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ct val="109000"/>
              </a:lnSpc>
            </a:pPr>
            <a:r>
              <a:rPr lang="en-US" sz="2391" b="1" dirty="0" err="1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風險控管功能</a:t>
            </a:r>
            <a:endParaRPr lang="en-US" sz="239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7283" y="4965614"/>
            <a:ext cx="10693789" cy="268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ct val="125000"/>
              </a:lnSpc>
              <a:buSzPct val="100000"/>
              <a:buFontTx/>
              <a:buChar char="•"/>
            </a:pPr>
            <a:r>
              <a:rPr lang="en-US" sz="2174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單筆風險限制</a:t>
            </a:r>
            <a:r>
              <a:rPr lang="en-US" sz="2174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：動態計算部位大小</a:t>
            </a:r>
            <a:endParaRPr lang="en-US" sz="2174" dirty="0">
              <a:solidFill>
                <a:prstClr val="black"/>
              </a:solidFill>
              <a:latin typeface="Calibri" panose="020F0502020204030204"/>
            </a:endParaRPr>
          </a:p>
          <a:p>
            <a:pPr marL="342797" indent="-342797" defTabSz="914126">
              <a:lnSpc>
                <a:spcPct val="125000"/>
              </a:lnSpc>
              <a:buSzPct val="100000"/>
              <a:buFontTx/>
              <a:buChar char="•"/>
            </a:pPr>
            <a:r>
              <a:rPr lang="en-US" sz="2174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每日虧損上限</a:t>
            </a:r>
            <a:r>
              <a:rPr lang="en-US" sz="2174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：達上限後停止交易</a:t>
            </a:r>
            <a:endParaRPr lang="en-US" sz="2174" dirty="0">
              <a:solidFill>
                <a:prstClr val="black"/>
              </a:solidFill>
              <a:latin typeface="Calibri" panose="020F0502020204030204"/>
            </a:endParaRPr>
          </a:p>
          <a:p>
            <a:pPr marL="342797" indent="-342797" defTabSz="914126">
              <a:lnSpc>
                <a:spcPct val="125000"/>
              </a:lnSpc>
              <a:buSzPct val="100000"/>
              <a:buFontTx/>
              <a:buChar char="•"/>
            </a:pPr>
            <a:r>
              <a:rPr lang="en-US" sz="2174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交易次數限制</a:t>
            </a:r>
            <a:r>
              <a:rPr lang="en-US" sz="2174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：避免過度交易（全域 + 每檔每日上限）</a:t>
            </a:r>
            <a:endParaRPr lang="en-US" sz="2174" dirty="0">
              <a:solidFill>
                <a:prstClr val="black"/>
              </a:solidFill>
              <a:latin typeface="Calibri" panose="020F0502020204030204"/>
            </a:endParaRPr>
          </a:p>
          <a:p>
            <a:pPr marL="342797" indent="-342797" defTabSz="914126">
              <a:lnSpc>
                <a:spcPct val="125000"/>
              </a:lnSpc>
              <a:buSzPct val="100000"/>
              <a:buFontTx/>
              <a:buChar char="•"/>
            </a:pPr>
            <a:r>
              <a:rPr lang="en-US" sz="2174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漲跌停過濾</a:t>
            </a:r>
            <a:r>
              <a:rPr lang="en-US" sz="2174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：跳過流動性枯竭標的</a:t>
            </a:r>
            <a:endParaRPr lang="en-US" sz="2174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212" y="457200"/>
            <a:ext cx="11288947" cy="556323"/>
          </a:xfrm>
          <a:prstGeom prst="rect">
            <a:avLst/>
          </a:prstGeom>
          <a:noFill/>
          <a:ln/>
        </p:spPr>
        <p:txBody>
          <a:bodyPr wrap="square" lIns="0" tIns="0" rIns="0" bIns="107700" rtlCol="0" anchor="t"/>
          <a:lstStyle/>
          <a:p>
            <a:pPr defTabSz="914126">
              <a:lnSpc>
                <a:spcPct val="109000"/>
              </a:lnSpc>
            </a:pPr>
            <a:r>
              <a:rPr lang="en-US" sz="2827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r>
              <a:rPr lang="en-US" sz="2827" b="1" dirty="0">
                <a:solidFill>
                  <a:srgbClr val="1F23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策略選擇建議</a:t>
            </a:r>
            <a:endParaRPr lang="en-US" sz="2827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53763"/>
              </p:ext>
            </p:extLst>
          </p:nvPr>
        </p:nvGraphicFramePr>
        <p:xfrm>
          <a:off x="697864" y="1047051"/>
          <a:ext cx="10857984" cy="3603248"/>
        </p:xfrm>
        <a:graphic>
          <a:graphicData uri="http://schemas.openxmlformats.org/drawingml/2006/table">
            <a:tbl>
              <a:tblPr/>
              <a:tblGrid>
                <a:gridCol w="2134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2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市場環境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推薦策略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參數調整建議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震盪市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VWAP 偏離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sigma_mult=1.2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（更敏感</a:t>
                      </a:r>
                      <a:r>
                        <a:rPr lang="en-US" altLang="zh-TW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,</a:t>
                      </a:r>
                      <a:r>
                        <a:rPr lang="zh-TW" alt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更多交易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震盪市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布林反轉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E8EBEE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std_dev=1.8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（更窄通道</a:t>
                      </a:r>
                      <a:r>
                        <a:rPr lang="en-US" altLang="zh-TW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,</a:t>
                      </a:r>
                      <a:r>
                        <a:rPr lang="zh-TW" alt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更多訊號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趨勢市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均線交叉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F0F1F3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fast=5,slow=20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更快反應</a:t>
                      </a:r>
                      <a:r>
                        <a:rPr lang="en-US" altLang="zh-TW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,</a:t>
                      </a:r>
                      <a:r>
                        <a:rPr lang="zh-TW" alt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適合短線趨勢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b="1" dirty="0" err="1">
                          <a:solidFill>
                            <a:srgbClr val="1F2328"/>
                          </a:solidFill>
                          <a:highlight>
                            <a:srgbClr val="FFFF00"/>
                          </a:highlight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趨勢啟動</a:t>
                      </a:r>
                      <a:r>
                        <a:rPr lang="en-US" altLang="zh-TW" sz="2200" b="1" dirty="0">
                          <a:solidFill>
                            <a:srgbClr val="1F2328"/>
                          </a:solidFill>
                          <a:highlight>
                            <a:srgbClr val="FFFF00"/>
                          </a:highlight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(</a:t>
                      </a:r>
                      <a:r>
                        <a:rPr lang="zh-TW" altLang="en-US" sz="2200" b="1" dirty="0">
                          <a:solidFill>
                            <a:srgbClr val="1F2328"/>
                          </a:solidFill>
                          <a:highlight>
                            <a:srgbClr val="FFFF00"/>
                          </a:highlight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短期</a:t>
                      </a:r>
                      <a:r>
                        <a:rPr lang="en-US" altLang="zh-TW" sz="2200" b="1" dirty="0">
                          <a:solidFill>
                            <a:srgbClr val="1F2328"/>
                          </a:solidFill>
                          <a:highlight>
                            <a:srgbClr val="FFFF00"/>
                          </a:highlight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)</a:t>
                      </a:r>
                      <a:endParaRPr 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突破交易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328"/>
                          </a:solidFill>
                          <a:highlight>
                            <a:srgbClr val="E8EBEE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lookback=15</a:t>
                      </a: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（更短回溯）</a:t>
                      </a:r>
                      <a:endParaRPr lang="en-US" sz="1200" dirty="0"/>
                    </a:p>
                  </a:txBody>
                  <a:tcPr marL="123793" marR="123793" marT="57135" marB="57135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522D6-3DE1-E298-F152-0AF2BC61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82200" cy="533400"/>
          </a:xfrm>
        </p:spPr>
        <p:txBody>
          <a:bodyPr/>
          <a:lstStyle/>
          <a:p>
            <a:r>
              <a:rPr lang="zh-TW" altLang="en-US" dirty="0"/>
              <a:t>關於持股數目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1833BC1-6B9E-7FDB-7338-D8845D21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8CCF70-D624-BC05-FD4B-CE09DCCB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95400"/>
            <a:ext cx="10269538" cy="4953000"/>
          </a:xfrm>
        </p:spPr>
        <p:txBody>
          <a:bodyPr>
            <a:normAutofit/>
          </a:bodyPr>
          <a:lstStyle/>
          <a:p>
            <a:r>
              <a:rPr lang="zh-TW" altLang="en-US" dirty="0"/>
              <a:t>💰 起始資金</a:t>
            </a:r>
            <a:r>
              <a:rPr lang="en-US" altLang="zh-TW" dirty="0"/>
              <a:t>: NT$900,000</a:t>
            </a:r>
            <a:r>
              <a:rPr lang="zh-TW" altLang="en-US" dirty="0"/>
              <a:t>（從 </a:t>
            </a:r>
            <a:r>
              <a:rPr lang="en-US" altLang="zh-TW" dirty="0"/>
              <a:t>.env </a:t>
            </a:r>
            <a:r>
              <a:rPr lang="zh-TW" altLang="en-US" dirty="0"/>
              <a:t>自動讀取）</a:t>
            </a:r>
            <a:br>
              <a:rPr lang="en-US" altLang="zh-TW" dirty="0"/>
            </a:br>
            <a:r>
              <a:rPr lang="zh-TW" altLang="en-US" dirty="0"/>
              <a:t>📋 建議持股</a:t>
            </a:r>
            <a:r>
              <a:rPr lang="en-US" altLang="zh-TW" dirty="0"/>
              <a:t>: top 4 </a:t>
            </a:r>
            <a:r>
              <a:rPr lang="zh-TW" altLang="en-US" dirty="0"/>
              <a:t>檔（可用 </a:t>
            </a:r>
            <a:r>
              <a:rPr lang="en-US" altLang="zh-TW" dirty="0"/>
              <a:t>--top-n </a:t>
            </a:r>
            <a:r>
              <a:rPr lang="zh-TW" altLang="en-US" dirty="0"/>
              <a:t>手動指定）</a:t>
            </a:r>
            <a:br>
              <a:rPr lang="en-US" altLang="zh-TW" dirty="0"/>
            </a:br>
            <a:r>
              <a:rPr lang="en-US" altLang="zh-TW" dirty="0"/>
              <a:t># </a:t>
            </a:r>
            <a:r>
              <a:rPr lang="zh-TW" altLang="en-US" dirty="0"/>
              <a:t>手動指定資金 </a:t>
            </a:r>
            <a:r>
              <a:rPr lang="en-US" altLang="zh-TW" dirty="0"/>
              <a:t>200 </a:t>
            </a:r>
            <a:r>
              <a:rPr lang="zh-TW" altLang="en-US" dirty="0"/>
              <a:t>萬、選 </a:t>
            </a:r>
            <a:r>
              <a:rPr lang="en-US" altLang="zh-TW" dirty="0"/>
              <a:t>6 </a:t>
            </a:r>
            <a:r>
              <a:rPr lang="zh-TW" altLang="en-US" dirty="0"/>
              <a:t>檔</a:t>
            </a:r>
            <a:br>
              <a:rPr lang="en-US" altLang="zh-TW" dirty="0"/>
            </a:br>
            <a:r>
              <a:rPr lang="en-US" altLang="zh-TW" dirty="0"/>
              <a:t>python scripts/stock_selector_grid.py --recommend --capital 2000000 --top-n 6</a:t>
            </a:r>
            <a:endParaRPr lang="zh-TW" altLang="en-US" dirty="0"/>
          </a:p>
          <a:p>
            <a:r>
              <a:rPr lang="zh-TW" altLang="en-US" dirty="0"/>
              <a:t>資金級距與建議檔數：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&lt; NT$200K   → 2 </a:t>
            </a:r>
            <a:r>
              <a:rPr lang="zh-TW" altLang="en-US" dirty="0"/>
              <a:t>檔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NT$200K~500K → 3 </a:t>
            </a:r>
            <a:r>
              <a:rPr lang="zh-TW" altLang="en-US" dirty="0"/>
              <a:t>檔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NT$500K~1,000K </a:t>
            </a:r>
            <a:r>
              <a:rPr lang="en-US" altLang="zh-TW" dirty="0">
                <a:highlight>
                  <a:srgbClr val="FFFF00"/>
                </a:highlight>
              </a:rPr>
              <a:t>→ 4 </a:t>
            </a:r>
            <a:r>
              <a:rPr lang="zh-TW" altLang="en-US" dirty="0">
                <a:highlight>
                  <a:srgbClr val="FFFF00"/>
                </a:highlight>
              </a:rPr>
              <a:t>檔</a:t>
            </a:r>
            <a:r>
              <a:rPr lang="zh-TW" altLang="en-US" dirty="0"/>
              <a:t>（你現在 </a:t>
            </a:r>
            <a:r>
              <a:rPr lang="en-US" altLang="zh-TW" dirty="0"/>
              <a:t>900K</a:t>
            </a:r>
            <a:r>
              <a:rPr lang="zh-TW" altLang="en-US" dirty="0"/>
              <a:t>，適用這個）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NT$1,000K~2,000K → 5 </a:t>
            </a:r>
            <a:r>
              <a:rPr lang="zh-TW" altLang="en-US" dirty="0"/>
              <a:t>檔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&gt; NT$2,000K → 6 </a:t>
            </a:r>
            <a:r>
              <a:rPr lang="zh-TW" altLang="en-US" dirty="0"/>
              <a:t>檔</a:t>
            </a:r>
          </a:p>
        </p:txBody>
      </p:sp>
    </p:spTree>
    <p:extLst>
      <p:ext uri="{BB962C8B-B14F-4D97-AF65-F5344CB8AC3E}">
        <p14:creationId xmlns:p14="http://schemas.microsoft.com/office/powerpoint/2010/main" val="2228661134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F6C522D6-3DE1-E298-F152-0AF2BC61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82200" cy="533400"/>
          </a:xfrm>
        </p:spPr>
        <p:txBody>
          <a:bodyPr/>
          <a:lstStyle/>
          <a:p>
            <a:r>
              <a:rPr/>
              <a:t>從第一次執行到每月自動（完整流程）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1833BC1-6B9E-7FDB-7338-D8845D21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8CCF70-D624-BC05-FD4B-CE09DCCB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95400"/>
            <a:ext cx="10269538" cy="4953000"/>
          </a:xfrm>
        </p:spPr>
        <p:txBody>
          <a:bodyPr>
            <a:normAutofit/>
          </a:bodyPr>
          <a:lstStyle/>
          <a:p>
            <a:r>
              <a:rPr/>
              <a:t>① 部署（一次）：本機執行 ./deploy_source.sh（preflight → build → SSH 直傳 → VM 載入 → 驗指紋）</a:t>
            </a:r>
          </a:p>
          <a:p>
            <a:r>
              <a:rPr/>
              <a:t>② 本機準備（一次）：VM_auth（gcloud 登入）→ VM_sync_cache（把 VM 的 cache 拉回本機）</a:t>
            </a:r>
          </a:p>
          <a:p>
            <a:r>
              <a:rPr/>
              <a:t>③ 選股（本機，每次）：</a:t>
            </a:r>
          </a:p>
          <a:p>
            <a:r>
              <a:rPr/>
              <a:t>      VM_pick      看 .env diff（dry-run；首次空倉用 VM_pick_first）</a:t>
            </a:r>
          </a:p>
          <a:p>
            <a:r>
              <a:rPr/>
              <a:t>      VM_sync_env  寫入本機 .env ＋ 推回 VM（容器 1 分鐘內熱重載）</a:t>
            </a:r>
          </a:p>
          <a:p>
            <a:r>
              <a:rPr/>
              <a:t>④ 第一筆買進：immediate ⇒ 下一個交易日 13:25–13:30 買滿；signal ⇒ 等策略買訊</a:t>
            </a:r>
          </a:p>
          <a:p>
            <a:r>
              <a:rPr/>
              <a:t>⑤ 每月自動（SELFSELECT_AUTO=1）：D1 13:36 選股 → D2 13:25–13:30 買新名單（VM 上自動）</a:t>
            </a:r>
          </a:p>
          <a:p>
            <a:r>
              <a:rPr/>
              <a:t>⑥ 驗證：VM_hold／performance.csv／Telegram；對帳 reconcile_broker_books.py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F6C522D6-3DE1-E298-F152-0AF2BC61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82200" cy="533400"/>
          </a:xfrm>
        </p:spPr>
        <p:txBody>
          <a:bodyPr/>
          <a:lstStyle/>
          <a:p>
            <a:r>
              <a:rPr/>
              <a:t>一檔股票的生命週期：買進 → 持有 → 賣出 → 汰換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1833BC1-6B9E-7FDB-7338-D8845D21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8CCF70-D624-BC05-FD4B-CE09DCCB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95400"/>
            <a:ext cx="10269538" cy="4953000"/>
          </a:xfrm>
        </p:spPr>
        <p:txBody>
          <a:bodyPr>
            <a:normAutofit/>
          </a:bodyPr>
          <a:lstStyle/>
          <a:p>
            <a:r>
              <a:rPr/>
              <a:t>• 買進：immediate（名單出現後第一個 13:25–13:30 窗口，每檔一次）或 signal（等策略買訊）</a:t>
            </a:r>
          </a:p>
          <a:p>
            <a:r>
              <a:rPr/>
              <a:t>• 持有：依策略訊號；auto 在成交當下鎖定策略（logs/auto_resolved.json），持有期間不換</a:t>
            </a:r>
          </a:p>
          <a:p>
            <a:r>
              <a:rPr/>
              <a:t>• 賣出：① 策略賣訊（含 keep_wait 停利） ② 孤兒清倉（不在 PC_ 名單） ③ 人工</a:t>
            </a:r>
          </a:p>
          <a:p>
            <a:r>
              <a:rPr/>
              <a:t>• 賣到 0 股：auto 釋放鎖定；同檔仍在名單 ⇒ 月中可靠訊號再進場（immediate 不會再強制）</a:t>
            </a:r>
          </a:p>
          <a:p>
            <a:r>
              <a:rPr/>
              <a:t>• 名額不即時補：資金留現金等下一個 D1；未再選中的條目在 D1 汰換刪除</a:t>
            </a:r>
          </a:p>
          <a:p>
            <a:r>
              <a:rPr/>
              <a:t>• keep_wait：人工管理，選股程式不增不刪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F6C522D6-3DE1-E298-F152-0AF2BC61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9982200" cy="533400"/>
          </a:xfrm>
        </p:spPr>
        <p:txBody>
          <a:bodyPr/>
          <a:lstStyle/>
          <a:p>
            <a:r>
              <a:rPr/>
              <a:t>賣出後會立刻補選嗎？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1833BC1-6B9E-7FDB-7338-D8845D21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8CCF70-D624-BC05-FD4B-CE09DCCB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1295400"/>
            <a:ext cx="10269538" cy="4953000"/>
          </a:xfrm>
        </p:spPr>
        <p:txBody>
          <a:bodyPr>
            <a:normAutofit/>
          </a:bodyPr>
          <a:lstStyle/>
          <a:p>
            <a:r>
              <a:rPr/>
              <a:t>不會——月頻換股，名單在下次 D1 才重算</a:t>
            </a:r>
          </a:p>
          <a:p>
            <a:r>
              <a:rPr/>
              <a:t>• 任何原因賣到 0 股（策略賣訊／停利／孤兒清倉）→ 不會立即補選；資金留現金等下一個 D1</a:t>
            </a:r>
          </a:p>
          <a:p>
            <a:r>
              <a:rPr/>
              <a:t>• 該檔還在 .env 名單內：月中仍監控，策略再出買訊可以重新進場</a:t>
            </a:r>
          </a:p>
          <a:p>
            <a:r>
              <a:rPr/>
              <a:t>• immediate 的強制進場「每檔一生一次」（logs/selfselect_filled.json）；之後一律靠訊號</a:t>
            </a:r>
          </a:p>
          <a:p>
            <a:r>
              <a:rPr/>
              <a:t>• 每日補足只補「已持有但不足」的部位，空倉不建倉 ⇒ 不會拿來補名額</a:t>
            </a:r>
          </a:p>
          <a:p>
            <a:r>
              <a:rPr/>
              <a:t>• --exclude、孤兒清倉不改名單；keep_wait 人工管理不受限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888708" cy="5867400"/>
          </a:xfrm>
        </p:spPr>
        <p:txBody>
          <a:bodyPr>
            <a:normAutofit/>
          </a:bodyPr>
          <a:lstStyle/>
          <a:p>
            <a:r>
              <a:rPr lang="zh-TW" altLang="en-US" dirty="0"/>
              <a:t>本課程結束</a:t>
            </a:r>
            <a:r>
              <a:rPr lang="en-US" altLang="zh-TW"/>
              <a:t>!</a:t>
            </a:r>
            <a:br>
              <a:rPr lang="en-US"/>
            </a:br>
            <a:r>
              <a:rPr lang="en-US" dirty="0"/>
              <a:t>Thank you</a:t>
            </a:r>
            <a:r>
              <a:rPr lang="zh-TW" altLang="en-US" dirty="0"/>
              <a:t>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/>
          <a:lstStyle/>
          <a:p>
            <a:r>
              <a:rPr lang="en-US" dirty="0"/>
              <a:t>frank@dinchen.com.tw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{01E1B3A5-1AE4-4177-BC3F-C596D532C00B}TFf1460845-8e07-4b92-9183-e15be13008a218dbe6a5_win32-cc1095971745</Template>
  <TotalTime>2408</TotalTime>
  <Words>2199</Words>
  <Application>Microsoft Office PowerPoint</Application>
  <PresentationFormat>自訂</PresentationFormat>
  <Paragraphs>178</Paragraphs>
  <Slides>21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21</vt:i4>
      </vt:variant>
    </vt:vector>
  </HeadingPairs>
  <TitlesOfParts>
    <vt:vector size="32" baseType="lpstr">
      <vt:lpstr>Yu Gothic UI</vt:lpstr>
      <vt:lpstr>Aptos</vt:lpstr>
      <vt:lpstr>Arial</vt:lpstr>
      <vt:lpstr>Calibri</vt:lpstr>
      <vt:lpstr>Century Gothic</vt:lpstr>
      <vt:lpstr>Consolas</vt:lpstr>
      <vt:lpstr>Palatino Linotype</vt:lpstr>
      <vt:lpstr>Segoe UI</vt:lpstr>
      <vt:lpstr>Wingdings</vt:lpstr>
      <vt:lpstr>Custom</vt:lpstr>
      <vt:lpstr>Office Theme</vt:lpstr>
      <vt:lpstr>TW-AUTOTRADER-W6   台股買賣自動化系統</vt:lpstr>
      <vt:lpstr>實盤交易</vt:lpstr>
      <vt:lpstr>再談選股:</vt:lpstr>
      <vt:lpstr>潛力股掃瞄</vt:lpstr>
      <vt:lpstr>PowerPoint 簡報</vt:lpstr>
      <vt:lpstr>stock_selector_grid.py — 每季 Grid Search 選股 </vt:lpstr>
      <vt:lpstr>選股-動能,候選人前N名</vt:lpstr>
      <vt:lpstr>選股-動能與核心+衛星 </vt:lpstr>
      <vt:lpstr>選股的差異</vt:lpstr>
      <vt:lpstr>打開雲端主機</vt:lpstr>
      <vt:lpstr>點Compute Engine=&gt;查看VM執行個體(建議加入捷徑)</vt:lpstr>
      <vt:lpstr>進入wsl-enable Google Cloud SDK</vt:lpstr>
      <vt:lpstr>佈署程式到VM</vt:lpstr>
      <vt:lpstr>佈署程式到VM(整個編譯/壓縮/上傳歷時需數分鐘)</vt:lpstr>
      <vt:lpstr>wsl輸入:VM_log</vt:lpstr>
      <vt:lpstr>TG上的回報</vt:lpstr>
      <vt:lpstr>PowerPoint 簡報</vt:lpstr>
      <vt:lpstr>PowerPoint 簡報</vt:lpstr>
      <vt:lpstr>關於持股數目</vt:lpstr>
      <vt:lpstr>為何我們2022~2025每季選股能勝0050</vt:lpstr>
      <vt:lpstr>本課程結束! Thank you！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宜軒 謝</dc:creator>
  <cp:lastModifiedBy>宜軒 謝</cp:lastModifiedBy>
  <cp:revision>7</cp:revision>
  <dcterms:created xsi:type="dcterms:W3CDTF">2026-07-14T08:04:07Z</dcterms:created>
  <dcterms:modified xsi:type="dcterms:W3CDTF">2026-08-20T15:53:21Z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