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IP；如果主機停機中，要先開啟；執行驗證之後，才能上傳到 VM。</a:t>
            </a:r>
          </a:p>
          <a:p>
            <a:r>
              <a:t>第五步，Deploy：執行 deploy_crypted.sh 上傳加密主程式，或 deploy_user.sh 上傳沒加密的主程式。注意：如果 VM 非開機時間，上傳完要手動關機——否則下一個開機時間不會自行開機，因為開機時間到了程式仍處於休眠狀態。</a:t>
            </a:r>
          </a:p>
          <a:p>
            <a:r>
              <a:t>---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tw-autotrader——代表認證成功。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如果你是試用版，沒有 selfselect_trader.py 源碼，執行 deploy_crypted.sh；如果你有購買源碼，把 selfselect_trader.py 源碼複製到 WSL 的 tw-selfselect 目錄下，執行 deploy_user.sh。</a:t>
            </a:r>
          </a:p>
          <a:p>
            <a:r>
              <a:t>---</a:t>
            </a:r>
          </a:p>
          <a:p/>
          <a:p>
            <a:r>
              <a:t>【講師提示】確認學員知道自己屬於哪一種，對應哪個指令。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r>
              <a:rPr lang="zh-TW" altLang="en-US" dirty="0"/>
              <a:t>這時候會跳到</a:t>
            </a:r>
            <a:r>
              <a:rPr lang="en-US" altLang="zh-TW" dirty="0"/>
              <a:t>chrome</a:t>
            </a:r>
            <a:r>
              <a:rPr lang="zh-TW" altLang="en-US" dirty="0"/>
              <a:t>選擇你的</a:t>
            </a:r>
            <a:r>
              <a:rPr lang="en-US" altLang="zh-TW" dirty="0"/>
              <a:t>google</a:t>
            </a:r>
            <a:r>
              <a:rPr lang="zh-TW" altLang="en-US" dirty="0"/>
              <a:t>帳戶</a:t>
            </a:r>
            <a:br>
              <a:rPr lang="en-US" altLang="zh-TW" dirty="0"/>
            </a:br>
            <a:r>
              <a:rPr lang="zh-TW" altLang="en-US" dirty="0"/>
              <a:t>然後出現</a:t>
            </a:r>
            <a:r>
              <a:rPr lang="en-US" altLang="zh-TW" dirty="0"/>
              <a:t>SDK</a:t>
            </a:r>
            <a:r>
              <a:rPr lang="zh-TW" altLang="en-US" dirty="0"/>
              <a:t>要存取你的帳戶</a:t>
            </a:r>
            <a:r>
              <a:rPr lang="en-US" altLang="zh-TW" dirty="0"/>
              <a:t>,</a:t>
            </a:r>
            <a:r>
              <a:rPr lang="zh-TW" altLang="en-US" dirty="0"/>
              <a:t>點擊允許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此時可以回到</a:t>
            </a:r>
            <a:r>
              <a:rPr lang="en-US" altLang="zh-TW" dirty="0" err="1"/>
              <a:t>wsl</a:t>
            </a:r>
            <a:r>
              <a:rPr lang="en-US" altLang="zh-TW" dirty="0"/>
              <a:t>:</a:t>
            </a:r>
            <a:r>
              <a:rPr lang="zh-TW" altLang="en-US" dirty="0"/>
              <a:t>會有以下訊息</a:t>
            </a:r>
            <a:r>
              <a:rPr lang="en-US" altLang="zh-TW" dirty="0"/>
              <a:t>=&gt;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“You are now logged in as [frank@dinchen.com.tw].</a:t>
            </a:r>
            <a:br>
              <a:rPr lang="en-US" altLang="zh-TW" dirty="0"/>
            </a:br>
            <a:r>
              <a:rPr lang="en-US" altLang="zh-TW" dirty="0"/>
              <a:t>Your current project is [</a:t>
            </a:r>
            <a:r>
              <a:rPr lang="en-US" altLang="zh-TW" dirty="0" err="1"/>
              <a:t>tw-autotrader</a:t>
            </a:r>
            <a:r>
              <a:rPr lang="en-US" altLang="zh-TW" dirty="0"/>
              <a:t>].  You can change this setting by running:”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rPr lang="zh-TW" altLang="en-US" dirty="0"/>
              <a:t>如果你是試用</a:t>
            </a:r>
            <a:r>
              <a:rPr lang="en-US" altLang="zh-TW" dirty="0"/>
              <a:t>,</a:t>
            </a:r>
            <a:r>
              <a:rPr lang="zh-TW" altLang="en-US" dirty="0"/>
              <a:t>沒有</a:t>
            </a:r>
            <a:r>
              <a:rPr lang="en-US" altLang="zh-TW" dirty="0"/>
              <a:t>selfselect_trader.py</a:t>
            </a:r>
            <a:r>
              <a:rPr lang="zh-TW" altLang="en-US" dirty="0"/>
              <a:t>源碼</a:t>
            </a:r>
            <a:r>
              <a:rPr lang="en-US" altLang="zh-TW" dirty="0"/>
              <a:t>=&gt;./deploy_crypted.sh</a:t>
            </a:r>
            <a:br>
              <a:rPr lang="en-US" altLang="zh-TW" dirty="0"/>
            </a:br>
            <a:r>
              <a:rPr lang="zh-TW" altLang="en-US" dirty="0"/>
              <a:t>如果你有購買</a:t>
            </a:r>
            <a:r>
              <a:rPr lang="en-US" altLang="zh-TW" dirty="0"/>
              <a:t>selfselect_trader.py</a:t>
            </a:r>
            <a:r>
              <a:rPr lang="zh-TW" altLang="en-US" dirty="0"/>
              <a:t>源碼</a:t>
            </a:r>
            <a:r>
              <a:rPr lang="en-US" altLang="zh-TW" dirty="0"/>
              <a:t>,</a:t>
            </a:r>
            <a:r>
              <a:rPr lang="zh-TW" altLang="en-US" dirty="0"/>
              <a:t>把</a:t>
            </a:r>
            <a:r>
              <a:rPr lang="en-US" altLang="zh-TW" dirty="0"/>
              <a:t>selfselect_trader.py</a:t>
            </a:r>
            <a:r>
              <a:rPr lang="zh-TW" altLang="en-US" dirty="0"/>
              <a:t>源碼複製到</a:t>
            </a:r>
            <a:r>
              <a:rPr lang="en-US" altLang="zh-TW" dirty="0" err="1"/>
              <a:t>wsl</a:t>
            </a:r>
            <a:r>
              <a:rPr lang="en-US" altLang="zh-TW" dirty="0"/>
              <a:t> </a:t>
            </a:r>
            <a:r>
              <a:rPr lang="en-US" altLang="zh-TW" dirty="0" err="1"/>
              <a:t>linux</a:t>
            </a:r>
            <a:r>
              <a:rPr lang="zh-TW" altLang="en-US" dirty="0"/>
              <a:t>的</a:t>
            </a:r>
            <a:br>
              <a:rPr lang="en-US" altLang="zh-TW" dirty="0"/>
            </a:br>
            <a:r>
              <a:rPr lang="en-US" altLang="zh-TW" dirty="0"/>
              <a:t>~/</a:t>
            </a:r>
            <a:r>
              <a:rPr lang="en-US" altLang="zh-TW" dirty="0" err="1"/>
              <a:t>tw</a:t>
            </a:r>
            <a:r>
              <a:rPr lang="en-US" altLang="zh-TW" dirty="0"/>
              <a:t>-Autotrader/</a:t>
            </a:r>
            <a:r>
              <a:rPr lang="zh-TW" altLang="en-US" dirty="0"/>
              <a:t>下於</a:t>
            </a:r>
            <a:r>
              <a:rPr lang="en-US" altLang="zh-TW" dirty="0" err="1"/>
              <a:t>wsl</a:t>
            </a:r>
            <a:r>
              <a:rPr lang="zh-TW" altLang="en-US" dirty="0"/>
              <a:t>中執行</a:t>
            </a:r>
            <a:r>
              <a:rPr lang="en-US" altLang="zh-TW" dirty="0"/>
              <a:t>=&gt;./deploy_user.sh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F81FE1C-22E2-E821-E15D-0C4922502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2" y="2286000"/>
            <a:ext cx="7506748" cy="347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